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d8a8554c9a4582" /><Relationship Type="http://schemas.openxmlformats.org/officeDocument/2006/relationships/extended-properties" Target="/docProps/app.xml" Id="R5c7f1fd0adcd4de7" /><Relationship Type="http://schemas.openxmlformats.org/officeDocument/2006/relationships/officeDocument" Target="/ppt/presentation.xml" Id="Rc5f539b9905b48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479c60ef964d3c"/>
  </p:sldMasterIdLst>
  <p:notesMasterIdLst>
    <p:notesMasterId xmlns:r="http://schemas.openxmlformats.org/officeDocument/2006/relationships" r:id="R0c27def533294393"/>
  </p:notesMasterIdLst>
  <p:sldIdLst>
    <p:sldId xmlns:r="http://schemas.openxmlformats.org/officeDocument/2006/relationships" id="256" r:id="R6e7a7e0fd71b47bc"/>
  </p:sldIdLst>
  <p:sldSz cx="36576000" cy="20574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1e70640375d4d96" /><Relationship Type="http://schemas.openxmlformats.org/officeDocument/2006/relationships/slideMaster" Target="/ppt/slideMasters/slideMaster1.xml" Id="R02479c60ef964d3c" /><Relationship Type="http://schemas.openxmlformats.org/officeDocument/2006/relationships/notesMaster" Target="/ppt/notesMasters/notesMaster1.xml" Id="R0c27def533294393" /><Relationship Type="http://schemas.openxmlformats.org/officeDocument/2006/relationships/presProps" Target="/ppt/presProps.xml" Id="Rb7dc6bfd62034876" /><Relationship Type="http://schemas.openxmlformats.org/officeDocument/2006/relationships/tableStyles" Target="/ppt/tableStyles.xml" Id="R93c8410f78d94648" /><Relationship Type="http://schemas.openxmlformats.org/officeDocument/2006/relationships/slide" Target="/ppt/slides/slide1.xml" Id="R6e7a7e0fd71b47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e3082a370548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c8e582e712477d" /><Relationship Type="http://schemas.openxmlformats.org/officeDocument/2006/relationships/notesMaster" Target="/ppt/notesMasters/notesMaster1.xml" Id="Rc4b5422c403646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지시에 따라 robot3와 robot4가 동일 코드와 기능을 각각 독립 실행하는 구성을 표시했다. 주소의 /{robot3,robot4}/는 실제 주소에 중괄호를 쓰는 것이 아니라 /robot3/와 /robot4/ 두 별도 경로를 줄인 표기이다. 각 노드는 자기 네임스페이스의 센서/TF를 구독하고 결과를 발행한다. 회색 호출·반환 흐름은 공통 코드를 한 번만 그린 것으로 각 로봇 프로세스 내부에서 독립 수행한다. 모드 동시 실행 제한도 로봇별이다. robot3 프로세스의 실제 실행 상태를 새로 측정한 결과를 뜻하지 않는다. 기준은 MSI /home/mu-09/final_ws 작업 폴더의 실제 파일이다. Git 커밋을 checkout하거나 파일을 추출하지 않았다. 직접 복사 후 SHA256을 대조했다. 확인 시점 2026-10-15T15:29:12.623053+09:00. 참고 HEAD 6d5dfc6f9b9e0855d9d89f5d7cf64c5d789d69d9. 상태 ?? bags/. 실행 중 그래프를 조회한 결과가 아니라 기본 설정의 응용 데이터 연결도이다. 외부 카메라/TF 발행 노드와 구독자 파일은 패키지 밖이므로 추정하지 않았다. 기본 shutter_enabled=true 기준 입력 Topic6, 출력 Topic2, Trigger서버3, GetParameters클라이언트1. robot_ns나 remap/파라미터에 따라 이름이 바뀔 수 있다. 아래 함수 모듈은 같은 manager 프로세스에서 호출한다. shutter_obstacle 내부 기본 focal=1036px, RGB/Depth 시각 차이&lt;=0.03초, 서로 다른 Depth 3장과 0.5초 이상 확인. run_id/task_id/facility_id/image_ref/image는 현재 코드가 채우지 않아 기본값이다. detail JSON 키는 설비 및 모드에 따라 달라진다. 확정 ABNORMAL만 발행하므로 결과가 없다고 정상을 의미하지 않는다. Header stamp는 입력 RGB 시각이 0이면 현재 ROS 시각. 축약 BE=BEST_EFFORT,TL=TRANSIENT_LOCAL. Pressure needle 값이 None일 수 있다.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/home/mu-09/final_ws/ros2_ws/src/scv_detection/scv_detection/rack_conditioner.py</a:t>
            </a:r>
          </a:p>
          <a:p xmlns:a="http://schemas.openxmlformats.org/drawingml/2006/main">
            <a:r>
              <a:t>SHA256 f428c8b5cfe164c7c930c92f19f87375ba0bcfcea8d6d5360e69625887ca05ef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/home/mu-09/final_ws/ros2_ws/src/scv_detection/scv_detection/exit_sign.py</a:t>
            </a:r>
          </a:p>
          <a:p xmlns:a="http://schemas.openxmlformats.org/drawingml/2006/main">
            <a:r>
              <a:t>SHA256 e4557a373fe96646db2de39254d46db7d0b498c34555b24742e9a37ff44cdce1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/home/mu-09/final_ws/ros2_ws/src/scv_detection/scv_detection/rack_loading.py</a:t>
            </a:r>
          </a:p>
          <a:p xmlns:a="http://schemas.openxmlformats.org/drawingml/2006/main">
            <a:r>
              <a:t>SHA256 e63d7ebfcb5e254ec0fcbd225f149e33cb096fdfd9189d18a9c05a3fc00ca36b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/home/mu-09/final_ws/ros2_ws/src/scv_detection/scv_detection/__init__.py</a:t>
            </a:r>
          </a:p>
          <a:p xmlns:a="http://schemas.openxmlformats.org/drawingml/2006/main">
            <a:r>
              <a:t>SHA256 e3b0c44298fc1c149afbf4c8996fb92427ae41e4649b934ca495991b7852b855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/home/mu-09/final_ws/ros2_ws/src/scv_detection/scv_detection/extinguisher_aruco.py</a:t>
            </a:r>
          </a:p>
          <a:p xmlns:a="http://schemas.openxmlformats.org/drawingml/2006/main">
            <a:r>
              <a:t>SHA256 469252a99e44574f64f95659e213d860ccd27a6196412009d38eb1142da9ccbe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/home/mu-09/final_ws/ros2_ws/src/scv_detection/scv_detection/scv_detection_manager.py</a:t>
            </a:r>
          </a:p>
          <a:p xmlns:a="http://schemas.openxmlformats.org/drawingml/2006/main">
            <a:r>
              <a:t>SHA256 fdd28e576e8dcef22574737b6d45db9c775c6873dd4052cc4cd499b15d9b6b53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/home/mu-09/final_ws/ros2_ws/src/scv_detection/scv_detection/extinguisher_pressure.py</a:t>
            </a:r>
          </a:p>
          <a:p xmlns:a="http://schemas.openxmlformats.org/drawingml/2006/main">
            <a:r>
              <a:t>SHA256 cba03d2eae44ec59110605b5072540e9f67df3d32c16ef4371ea9264cfbee622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/home/mu-09/final_ws/ros2_ws/src/scv_detection/scv_detection/shutter_obstacle.py</a:t>
            </a:r>
          </a:p>
          <a:p xmlns:a="http://schemas.openxmlformats.org/drawingml/2006/main">
            <a:r>
              <a:t>SHA256 a36199f66e30dff0136a88b6a135c527963f8297d629cc87390572eb856fb702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/home/mu-09/final_ws/ros2_ws/src/scv_detection/launch/detection_alert.launch.py</a:t>
            </a:r>
          </a:p>
          <a:p xmlns:a="http://schemas.openxmlformats.org/drawingml/2006/main">
            <a:r>
              <a:t>SHA256 c6d98e52b914128ec20d25431a01a1c23d5e289fedb93a60400b6832d33a61d6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/home/mu-09/final_ws/ros2_ws/src/scv_detection/setup.py</a:t>
            </a:r>
          </a:p>
          <a:p xmlns:a="http://schemas.openxmlformats.org/drawingml/2006/main">
            <a:r>
              <a:t>SHA256 892a9bec1e154d1fc3234d3a57c08fb8b79a5908da407ffb7e732e166573a637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/home/mu-09/final_ws/ros2_ws/src/scv_msgs/msg/InspectionResult.msg</a:t>
            </a:r>
          </a:p>
          <a:p xmlns:a="http://schemas.openxmlformats.org/drawingml/2006/main">
            <a:r>
              <a:t>SHA256 7c5a1d0349dc6a70fbf2638db6dc33d7e2efef1e387e6f1e56c810e8327ffd4c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45e5f8313748c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5ca65eb0b2456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76e9185481424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235230bd39470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f4ebac6e2f4a2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c306b6fb3e48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66AEBA-EA23-44CB-B006-FC967A1DB8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57600" y="7772400"/>
            <a:ext cx="29260800" cy="297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44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06F3B86-4FDD-4214-A88E-69D121B6DC1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5486400" y="11315700"/>
            <a:ext cx="256032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14621FC-202B-40DE-9DD6-40367F6202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57600" y="8572500"/>
            <a:ext cx="292608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2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1D5E7C0-51D7-4754-BCDC-EB845A2B16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57400" y="1600200"/>
            <a:ext cx="3246120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9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4BCBE65-F5DB-4165-8E48-562399F0D2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057400" y="5715000"/>
            <a:ext cx="32461200" cy="1280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67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685800" indent="-685800">
              <a:lnSpc>
                <a:spcPct val="110000"/>
              </a:lnSpc>
              <a:spcBef>
                <a:spcPts val="0"/>
              </a:spcBef>
              <a:spcAft>
                <a:spcPts val="3600"/>
              </a:spcAft>
              <a:buChar char="•"/>
            </a:lvl1pPr>
            <a:lvl2pPr marL="1600200" indent="-685800">
              <a:lnSpc>
                <a:spcPct val="110000"/>
              </a:lnSpc>
              <a:spcBef>
                <a:spcPts val="0"/>
              </a:spcBef>
              <a:spcAft>
                <a:spcPts val="3600"/>
              </a:spcAft>
              <a:buChar char="•"/>
            </a:lvl2pPr>
            <a:lvl3pPr marL="2514600" indent="-685800">
              <a:lnSpc>
                <a:spcPct val="110000"/>
              </a:lnSpc>
              <a:spcBef>
                <a:spcPts val="0"/>
              </a:spcBef>
              <a:spcAft>
                <a:spcPts val="3600"/>
              </a:spcAft>
              <a:buChar char="•"/>
            </a:lvl3pPr>
            <a:lvl4pPr marL="3429000" indent="-685800">
              <a:lnSpc>
                <a:spcPct val="110000"/>
              </a:lnSpc>
              <a:spcBef>
                <a:spcPts val="0"/>
              </a:spcBef>
              <a:spcAft>
                <a:spcPts val="3600"/>
              </a:spcAft>
              <a:buChar char="•"/>
            </a:lvl4pPr>
            <a:lvl5pPr marL="4343400" indent="-685800">
              <a:lnSpc>
                <a:spcPct val="110000"/>
              </a:lnSpc>
              <a:spcBef>
                <a:spcPts val="0"/>
              </a:spcBef>
              <a:spcAft>
                <a:spcPts val="3600"/>
              </a:spcAft>
              <a:buChar char="•"/>
            </a:lvl5pPr>
            <a:lvl6pPr marL="5257800" indent="-685800">
              <a:lnSpc>
                <a:spcPct val="110000"/>
              </a:lnSpc>
              <a:spcBef>
                <a:spcPts val="0"/>
              </a:spcBef>
              <a:spcAft>
                <a:spcPts val="3600"/>
              </a:spcAft>
              <a:buChar char="•"/>
            </a:lvl6pPr>
            <a:lvl7pPr marL="6172200" indent="-685800">
              <a:lnSpc>
                <a:spcPct val="110000"/>
              </a:lnSpc>
              <a:spcBef>
                <a:spcPts val="0"/>
              </a:spcBef>
              <a:spcAft>
                <a:spcPts val="3600"/>
              </a:spcAft>
              <a:buChar char="•"/>
            </a:lvl7pPr>
            <a:lvl8pPr marL="7086600" indent="-685800">
              <a:lnSpc>
                <a:spcPct val="110000"/>
              </a:lnSpc>
              <a:spcBef>
                <a:spcPts val="0"/>
              </a:spcBef>
              <a:spcAft>
                <a:spcPts val="3600"/>
              </a:spcAft>
              <a:buChar char="•"/>
            </a:lvl8pPr>
            <a:lvl9pPr marL="8001000" indent="-685800">
              <a:lnSpc>
                <a:spcPct val="110000"/>
              </a:lnSpc>
              <a:spcBef>
                <a:spcPts val="0"/>
              </a:spcBef>
              <a:spcAft>
                <a:spcPts val="36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777AD54-1E65-4028-AC23-C298FB8910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57400" y="1600200"/>
            <a:ext cx="3246120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9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72A7C14-9CED-4304-B159-24D2632CF5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057400" y="5715000"/>
            <a:ext cx="15087600" cy="1280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63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685800" indent="-685800">
              <a:lnSpc>
                <a:spcPct val="110000"/>
              </a:lnSpc>
              <a:spcBef>
                <a:spcPts val="0"/>
              </a:spcBef>
              <a:spcAft>
                <a:spcPts val="3600"/>
              </a:spcAft>
              <a:buChar char="•"/>
            </a:lvl1pPr>
            <a:lvl2pPr marL="1600200" indent="-685800">
              <a:lnSpc>
                <a:spcPct val="110000"/>
              </a:lnSpc>
              <a:spcBef>
                <a:spcPts val="0"/>
              </a:spcBef>
              <a:spcAft>
                <a:spcPts val="3600"/>
              </a:spcAft>
              <a:buChar char="•"/>
            </a:lvl2pPr>
            <a:lvl3pPr marL="2514600" indent="-685800">
              <a:lnSpc>
                <a:spcPct val="110000"/>
              </a:lnSpc>
              <a:spcBef>
                <a:spcPts val="0"/>
              </a:spcBef>
              <a:spcAft>
                <a:spcPts val="3600"/>
              </a:spcAft>
              <a:buChar char="•"/>
            </a:lvl3pPr>
            <a:lvl4pPr marL="3429000" indent="-685800">
              <a:lnSpc>
                <a:spcPct val="110000"/>
              </a:lnSpc>
              <a:spcBef>
                <a:spcPts val="0"/>
              </a:spcBef>
              <a:spcAft>
                <a:spcPts val="3600"/>
              </a:spcAft>
              <a:buChar char="•"/>
            </a:lvl4pPr>
            <a:lvl5pPr marL="4343400" indent="-685800">
              <a:lnSpc>
                <a:spcPct val="110000"/>
              </a:lnSpc>
              <a:spcBef>
                <a:spcPts val="0"/>
              </a:spcBef>
              <a:spcAft>
                <a:spcPts val="3600"/>
              </a:spcAft>
              <a:buChar char="•"/>
            </a:lvl5pPr>
            <a:lvl6pPr marL="5257800" indent="-685800">
              <a:lnSpc>
                <a:spcPct val="110000"/>
              </a:lnSpc>
              <a:spcBef>
                <a:spcPts val="0"/>
              </a:spcBef>
              <a:spcAft>
                <a:spcPts val="3600"/>
              </a:spcAft>
              <a:buChar char="•"/>
            </a:lvl6pPr>
            <a:lvl7pPr marL="6172200" indent="-685800">
              <a:lnSpc>
                <a:spcPct val="110000"/>
              </a:lnSpc>
              <a:spcBef>
                <a:spcPts val="0"/>
              </a:spcBef>
              <a:spcAft>
                <a:spcPts val="3600"/>
              </a:spcAft>
              <a:buChar char="•"/>
            </a:lvl7pPr>
            <a:lvl8pPr marL="7086600" indent="-685800">
              <a:lnSpc>
                <a:spcPct val="110000"/>
              </a:lnSpc>
              <a:spcBef>
                <a:spcPts val="0"/>
              </a:spcBef>
              <a:spcAft>
                <a:spcPts val="3600"/>
              </a:spcAft>
              <a:buChar char="•"/>
            </a:lvl8pPr>
            <a:lvl9pPr marL="8001000" indent="-685800">
              <a:lnSpc>
                <a:spcPct val="110000"/>
              </a:lnSpc>
              <a:spcBef>
                <a:spcPts val="0"/>
              </a:spcBef>
              <a:spcAft>
                <a:spcPts val="36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ADDE2AF-4634-4B04-9E62-A7FFFE965AA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9431000" y="5715000"/>
            <a:ext cx="15087600" cy="1280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63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685800" indent="-685800">
              <a:lnSpc>
                <a:spcPct val="110000"/>
              </a:lnSpc>
              <a:spcBef>
                <a:spcPts val="0"/>
              </a:spcBef>
              <a:spcAft>
                <a:spcPts val="3600"/>
              </a:spcAft>
              <a:buChar char="•"/>
            </a:lvl1pPr>
            <a:lvl2pPr marL="1600200" indent="-685800">
              <a:lnSpc>
                <a:spcPct val="110000"/>
              </a:lnSpc>
              <a:spcBef>
                <a:spcPts val="0"/>
              </a:spcBef>
              <a:spcAft>
                <a:spcPts val="3600"/>
              </a:spcAft>
              <a:buChar char="•"/>
            </a:lvl2pPr>
            <a:lvl3pPr marL="2514600" indent="-685800">
              <a:lnSpc>
                <a:spcPct val="110000"/>
              </a:lnSpc>
              <a:spcBef>
                <a:spcPts val="0"/>
              </a:spcBef>
              <a:spcAft>
                <a:spcPts val="3600"/>
              </a:spcAft>
              <a:buChar char="•"/>
            </a:lvl3pPr>
            <a:lvl4pPr marL="3429000" indent="-685800">
              <a:lnSpc>
                <a:spcPct val="110000"/>
              </a:lnSpc>
              <a:spcBef>
                <a:spcPts val="0"/>
              </a:spcBef>
              <a:spcAft>
                <a:spcPts val="3600"/>
              </a:spcAft>
              <a:buChar char="•"/>
            </a:lvl4pPr>
            <a:lvl5pPr marL="4343400" indent="-685800">
              <a:lnSpc>
                <a:spcPct val="110000"/>
              </a:lnSpc>
              <a:spcBef>
                <a:spcPts val="0"/>
              </a:spcBef>
              <a:spcAft>
                <a:spcPts val="3600"/>
              </a:spcAft>
              <a:buChar char="•"/>
            </a:lvl5pPr>
            <a:lvl6pPr marL="5257800" indent="-685800">
              <a:lnSpc>
                <a:spcPct val="110000"/>
              </a:lnSpc>
              <a:spcBef>
                <a:spcPts val="0"/>
              </a:spcBef>
              <a:spcAft>
                <a:spcPts val="3600"/>
              </a:spcAft>
              <a:buChar char="•"/>
            </a:lvl6pPr>
            <a:lvl7pPr marL="6172200" indent="-685800">
              <a:lnSpc>
                <a:spcPct val="110000"/>
              </a:lnSpc>
              <a:spcBef>
                <a:spcPts val="0"/>
              </a:spcBef>
              <a:spcAft>
                <a:spcPts val="3600"/>
              </a:spcAft>
              <a:buChar char="•"/>
            </a:lvl7pPr>
            <a:lvl8pPr marL="7086600" indent="-685800">
              <a:lnSpc>
                <a:spcPct val="110000"/>
              </a:lnSpc>
              <a:spcBef>
                <a:spcPts val="0"/>
              </a:spcBef>
              <a:spcAft>
                <a:spcPts val="3600"/>
              </a:spcAft>
              <a:buChar char="•"/>
            </a:lvl8pPr>
            <a:lvl9pPr marL="8001000" indent="-685800">
              <a:lnSpc>
                <a:spcPct val="110000"/>
              </a:lnSpc>
              <a:spcBef>
                <a:spcPts val="0"/>
              </a:spcBef>
              <a:spcAft>
                <a:spcPts val="36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DE35E13-8055-4B7D-A444-0EACF33769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057400" y="1600200"/>
            <a:ext cx="3246120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9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564322C-BD62-486A-9A5A-E8E1D4FB3E6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057400" y="5715000"/>
            <a:ext cx="15087600" cy="1280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67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685800" indent="-685800">
              <a:lnSpc>
                <a:spcPct val="110000"/>
              </a:lnSpc>
              <a:spcBef>
                <a:spcPts val="0"/>
              </a:spcBef>
              <a:spcAft>
                <a:spcPts val="3600"/>
              </a:spcAft>
              <a:buChar char="•"/>
            </a:lvl1pPr>
            <a:lvl2pPr marL="1600200" indent="-685800">
              <a:lnSpc>
                <a:spcPct val="110000"/>
              </a:lnSpc>
              <a:spcBef>
                <a:spcPts val="0"/>
              </a:spcBef>
              <a:spcAft>
                <a:spcPts val="3600"/>
              </a:spcAft>
              <a:buChar char="•"/>
            </a:lvl2pPr>
            <a:lvl3pPr marL="2514600" indent="-685800">
              <a:lnSpc>
                <a:spcPct val="110000"/>
              </a:lnSpc>
              <a:spcBef>
                <a:spcPts val="0"/>
              </a:spcBef>
              <a:spcAft>
                <a:spcPts val="3600"/>
              </a:spcAft>
              <a:buChar char="•"/>
            </a:lvl3pPr>
            <a:lvl4pPr marL="3429000" indent="-685800">
              <a:lnSpc>
                <a:spcPct val="110000"/>
              </a:lnSpc>
              <a:spcBef>
                <a:spcPts val="0"/>
              </a:spcBef>
              <a:spcAft>
                <a:spcPts val="3600"/>
              </a:spcAft>
              <a:buChar char="•"/>
            </a:lvl4pPr>
            <a:lvl5pPr marL="4343400" indent="-685800">
              <a:lnSpc>
                <a:spcPct val="110000"/>
              </a:lnSpc>
              <a:spcBef>
                <a:spcPts val="0"/>
              </a:spcBef>
              <a:spcAft>
                <a:spcPts val="3600"/>
              </a:spcAft>
              <a:buChar char="•"/>
            </a:lvl5pPr>
            <a:lvl6pPr marL="5257800" indent="-685800">
              <a:lnSpc>
                <a:spcPct val="110000"/>
              </a:lnSpc>
              <a:spcBef>
                <a:spcPts val="0"/>
              </a:spcBef>
              <a:spcAft>
                <a:spcPts val="3600"/>
              </a:spcAft>
              <a:buChar char="•"/>
            </a:lvl6pPr>
            <a:lvl7pPr marL="6172200" indent="-685800">
              <a:lnSpc>
                <a:spcPct val="110000"/>
              </a:lnSpc>
              <a:spcBef>
                <a:spcPts val="0"/>
              </a:spcBef>
              <a:spcAft>
                <a:spcPts val="3600"/>
              </a:spcAft>
              <a:buChar char="•"/>
            </a:lvl7pPr>
            <a:lvl8pPr marL="7086600" indent="-685800">
              <a:lnSpc>
                <a:spcPct val="110000"/>
              </a:lnSpc>
              <a:spcBef>
                <a:spcPts val="0"/>
              </a:spcBef>
              <a:spcAft>
                <a:spcPts val="3600"/>
              </a:spcAft>
              <a:buChar char="•"/>
            </a:lvl8pPr>
            <a:lvl9pPr marL="8001000" indent="-685800">
              <a:lnSpc>
                <a:spcPct val="110000"/>
              </a:lnSpc>
              <a:spcBef>
                <a:spcPts val="0"/>
              </a:spcBef>
              <a:spcAft>
                <a:spcPts val="36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4ea57b27644beb" /><Relationship Type="http://schemas.openxmlformats.org/officeDocument/2006/relationships/slideLayout" Target="/ppt/slideLayouts/slideLayout1.xml" Id="Re9ab69fe318a40b9" /><Relationship Type="http://schemas.openxmlformats.org/officeDocument/2006/relationships/slideLayout" Target="/ppt/slideLayouts/slideLayout2.xml" Id="R73c425b8b5a24fb2" /><Relationship Type="http://schemas.openxmlformats.org/officeDocument/2006/relationships/slideLayout" Target="/ppt/slideLayouts/slideLayout3.xml" Id="R217d88a471004d5d" /><Relationship Type="http://schemas.openxmlformats.org/officeDocument/2006/relationships/slideLayout" Target="/ppt/slideLayouts/slideLayout4.xml" Id="R45b8f3b144534ff5" /><Relationship Type="http://schemas.openxmlformats.org/officeDocument/2006/relationships/slideLayout" Target="/ppt/slideLayouts/slideLayout5.xml" Id="Rb2a60f8154984be7" /><Relationship Type="http://schemas.openxmlformats.org/officeDocument/2006/relationships/slideLayout" Target="/ppt/slideLayouts/slideLayout6.xml" Id="R73221f49a66c43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ab69fe318a40b9"/>
    <p:sldLayoutId xmlns:r="http://schemas.openxmlformats.org/officeDocument/2006/relationships" id="2147483650" r:id="R73c425b8b5a24fb2"/>
    <p:sldLayoutId xmlns:r="http://schemas.openxmlformats.org/officeDocument/2006/relationships" id="2147483651" r:id="R217d88a471004d5d"/>
    <p:sldLayoutId xmlns:r="http://schemas.openxmlformats.org/officeDocument/2006/relationships" id="2147483652" r:id="R45b8f3b144534ff5"/>
    <p:sldLayoutId xmlns:r="http://schemas.openxmlformats.org/officeDocument/2006/relationships" id="2147483653" r:id="Rb2a60f8154984be7"/>
    <p:sldLayoutId xmlns:r="http://schemas.openxmlformats.org/officeDocument/2006/relationships" id="2147483654" r:id="R73221f49a66c43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a7a530cda34d61" /><Relationship Type="http://schemas.openxmlformats.org/officeDocument/2006/relationships/notesSlide" Target="/ppt/notesSlides/notesSlide1.xml" Id="R2e10bc457dd647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2" name="전달 경로-170">
            <a:extLst xmlns:a="http://schemas.openxmlformats.org/drawingml/2006/main">
              <a:ext uri="{FF2B5EF4-FFF2-40B4-BE49-F238E27FC236}">
                <a16:creationId xmlns:a16="http://schemas.microsoft.com/office/drawing/2014/main" id="{84EC3D02-AFDB-44D3-A131-EBBE3B09A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66400" y="4495800"/>
            <a:ext cx="304800" cy="9334500"/>
          </a:xfrm>
          <a:custGeom xmlns:a="http://schemas.openxmlformats.org/drawingml/2006/main">
            <a:pathLst>
              <a:path w="304800" h="9334500">
                <a:moveTo>
                  <a:pt x="0" y="0"/>
                </a:moveTo>
                <a:lnTo>
                  <a:pt x="304800" y="0"/>
                </a:lnTo>
                <a:lnTo>
                  <a:pt x="304800" y="9334500"/>
                </a:lnTo>
                <a:lnTo>
                  <a:pt x="0" y="93345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66A4"/>
            </a:solidFill>
            <a:prstDash val="solid"/>
          </a:ln>
        </p:spPr>
      </p:sp>
      <p:sp>
        <p:nvSpPr>
          <p:cNvPr id="156" name="전달 경로-154">
            <a:extLst xmlns:a="http://schemas.openxmlformats.org/drawingml/2006/main">
              <a:ext uri="{FF2B5EF4-FFF2-40B4-BE49-F238E27FC236}">
                <a16:creationId xmlns:a16="http://schemas.microsoft.com/office/drawing/2014/main" id="{F913107A-3B6E-428A-B206-68DCB1D69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46950" y="5667375"/>
            <a:ext cx="9525" cy="619125"/>
          </a:xfrm>
          <a:custGeom xmlns:a="http://schemas.openxmlformats.org/drawingml/2006/main">
            <a:pathLst>
              <a:path w="9525" h="619125">
                <a:moveTo>
                  <a:pt x="0" y="0"/>
                </a:moveTo>
                <a:lnTo>
                  <a:pt x="0" y="6191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66A4"/>
            </a:solidFill>
            <a:prstDash val="solid"/>
          </a:ln>
        </p:spPr>
      </p:sp>
      <p:sp>
        <p:nvSpPr>
          <p:cNvPr id="146" name="전달 경로-144">
            <a:extLst xmlns:a="http://schemas.openxmlformats.org/drawingml/2006/main">
              <a:ext uri="{FF2B5EF4-FFF2-40B4-BE49-F238E27FC236}">
                <a16:creationId xmlns:a16="http://schemas.microsoft.com/office/drawing/2014/main" id="{A0188E8C-8EFF-484E-B6A0-D6DDB6A6E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0" y="4257675"/>
            <a:ext cx="762000" cy="9525"/>
          </a:xfrm>
          <a:custGeom xmlns:a="http://schemas.openxmlformats.org/drawingml/2006/main">
            <a:pathLst>
              <a:path w="762000" h="9525">
                <a:moveTo>
                  <a:pt x="0" y="0"/>
                </a:moveTo>
                <a:lnTo>
                  <a:pt x="762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3818C"/>
            </a:solidFill>
            <a:prstDash val="dash"/>
          </a:ln>
        </p:spPr>
      </p:sp>
      <p:sp>
        <p:nvSpPr>
          <p:cNvPr id="145" name="전달 경로-143">
            <a:extLst xmlns:a="http://schemas.openxmlformats.org/drawingml/2006/main">
              <a:ext uri="{FF2B5EF4-FFF2-40B4-BE49-F238E27FC236}">
                <a16:creationId xmlns:a16="http://schemas.microsoft.com/office/drawing/2014/main" id="{35CF7622-30CE-45C1-860C-AFBF09CA2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0" y="4257675"/>
            <a:ext cx="9525" cy="11172825"/>
          </a:xfrm>
          <a:custGeom xmlns:a="http://schemas.openxmlformats.org/drawingml/2006/main">
            <a:pathLst>
              <a:path w="9525" h="11172825">
                <a:moveTo>
                  <a:pt x="0" y="0"/>
                </a:moveTo>
                <a:lnTo>
                  <a:pt x="0" y="111728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3818C"/>
            </a:solidFill>
            <a:prstDash val="dash"/>
          </a:ln>
        </p:spPr>
      </p:sp>
      <p:sp>
        <p:nvSpPr>
          <p:cNvPr id="144" name="전달 경로-142">
            <a:extLst xmlns:a="http://schemas.openxmlformats.org/drawingml/2006/main">
              <a:ext uri="{FF2B5EF4-FFF2-40B4-BE49-F238E27FC236}">
                <a16:creationId xmlns:a16="http://schemas.microsoft.com/office/drawing/2014/main" id="{3BAF4143-0D09-42F2-84ED-DCCB3A6D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0" y="15430500"/>
            <a:ext cx="666750" cy="9525"/>
          </a:xfrm>
          <a:custGeom xmlns:a="http://schemas.openxmlformats.org/drawingml/2006/main">
            <a:pathLst>
              <a:path w="666750" h="9525">
                <a:moveTo>
                  <a:pt x="0" y="0"/>
                </a:moveTo>
                <a:lnTo>
                  <a:pt x="666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3818C"/>
            </a:solidFill>
            <a:prstDash val="dash"/>
          </a:ln>
        </p:spPr>
      </p:sp>
      <p:sp>
        <p:nvSpPr>
          <p:cNvPr id="142" name="전달 경로-140">
            <a:extLst xmlns:a="http://schemas.openxmlformats.org/drawingml/2006/main">
              <a:ext uri="{FF2B5EF4-FFF2-40B4-BE49-F238E27FC236}">
                <a16:creationId xmlns:a16="http://schemas.microsoft.com/office/drawing/2014/main" id="{DE1DBCB3-166B-4794-80EB-4E5796A8C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0" y="15430500"/>
            <a:ext cx="952500" cy="9525"/>
          </a:xfrm>
          <a:custGeom xmlns:a="http://schemas.openxmlformats.org/drawingml/2006/main"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3818C"/>
            </a:solidFill>
            <a:prstDash val="dash"/>
          </a:ln>
        </p:spPr>
      </p:sp>
      <p:sp>
        <p:nvSpPr>
          <p:cNvPr id="141" name="전달 경로-139">
            <a:extLst xmlns:a="http://schemas.openxmlformats.org/drawingml/2006/main">
              <a:ext uri="{FF2B5EF4-FFF2-40B4-BE49-F238E27FC236}">
                <a16:creationId xmlns:a16="http://schemas.microsoft.com/office/drawing/2014/main" id="{A5C752E5-093F-4085-8E80-7D921D17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0" y="12692063"/>
            <a:ext cx="666750" cy="9525"/>
          </a:xfrm>
          <a:custGeom xmlns:a="http://schemas.openxmlformats.org/drawingml/2006/main">
            <a:pathLst>
              <a:path w="666750" h="9525">
                <a:moveTo>
                  <a:pt x="0" y="0"/>
                </a:moveTo>
                <a:lnTo>
                  <a:pt x="666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3818C"/>
            </a:solidFill>
            <a:prstDash val="dash"/>
          </a:ln>
        </p:spPr>
      </p:sp>
      <p:sp>
        <p:nvSpPr>
          <p:cNvPr id="139" name="전달 경로-137">
            <a:extLst xmlns:a="http://schemas.openxmlformats.org/drawingml/2006/main">
              <a:ext uri="{FF2B5EF4-FFF2-40B4-BE49-F238E27FC236}">
                <a16:creationId xmlns:a16="http://schemas.microsoft.com/office/drawing/2014/main" id="{A90A4547-7DC7-4227-A95E-89F9DAA9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0" y="12692063"/>
            <a:ext cx="952500" cy="9525"/>
          </a:xfrm>
          <a:custGeom xmlns:a="http://schemas.openxmlformats.org/drawingml/2006/main"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3818C"/>
            </a:solidFill>
            <a:prstDash val="dash"/>
          </a:ln>
        </p:spPr>
      </p:sp>
      <p:sp>
        <p:nvSpPr>
          <p:cNvPr id="138" name="전달 경로-136">
            <a:extLst xmlns:a="http://schemas.openxmlformats.org/drawingml/2006/main">
              <a:ext uri="{FF2B5EF4-FFF2-40B4-BE49-F238E27FC236}">
                <a16:creationId xmlns:a16="http://schemas.microsoft.com/office/drawing/2014/main" id="{B4238039-00CA-43D1-8B24-4770C0AD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0" y="10644188"/>
            <a:ext cx="666750" cy="9525"/>
          </a:xfrm>
          <a:custGeom xmlns:a="http://schemas.openxmlformats.org/drawingml/2006/main">
            <a:pathLst>
              <a:path w="666750" h="9525">
                <a:moveTo>
                  <a:pt x="0" y="0"/>
                </a:moveTo>
                <a:lnTo>
                  <a:pt x="666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3818C"/>
            </a:solidFill>
            <a:prstDash val="dash"/>
          </a:ln>
        </p:spPr>
      </p:sp>
      <p:sp>
        <p:nvSpPr>
          <p:cNvPr id="136" name="전달 경로-134">
            <a:extLst xmlns:a="http://schemas.openxmlformats.org/drawingml/2006/main">
              <a:ext uri="{FF2B5EF4-FFF2-40B4-BE49-F238E27FC236}">
                <a16:creationId xmlns:a16="http://schemas.microsoft.com/office/drawing/2014/main" id="{8E5C4E66-FA15-4B17-9C42-B9327F74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0" y="10644188"/>
            <a:ext cx="952500" cy="9525"/>
          </a:xfrm>
          <a:custGeom xmlns:a="http://schemas.openxmlformats.org/drawingml/2006/main"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3818C"/>
            </a:solidFill>
            <a:prstDash val="dash"/>
          </a:ln>
        </p:spPr>
      </p:sp>
      <p:sp>
        <p:nvSpPr>
          <p:cNvPr id="135" name="전달 경로-133">
            <a:extLst xmlns:a="http://schemas.openxmlformats.org/drawingml/2006/main">
              <a:ext uri="{FF2B5EF4-FFF2-40B4-BE49-F238E27FC236}">
                <a16:creationId xmlns:a16="http://schemas.microsoft.com/office/drawing/2014/main" id="{49AAE1DC-E2B6-4C2B-9315-CDB87FC9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0" y="8548688"/>
            <a:ext cx="666750" cy="9525"/>
          </a:xfrm>
          <a:custGeom xmlns:a="http://schemas.openxmlformats.org/drawingml/2006/main">
            <a:pathLst>
              <a:path w="666750" h="9525">
                <a:moveTo>
                  <a:pt x="0" y="0"/>
                </a:moveTo>
                <a:lnTo>
                  <a:pt x="666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3818C"/>
            </a:solidFill>
            <a:prstDash val="dash"/>
          </a:ln>
        </p:spPr>
      </p:sp>
      <p:sp>
        <p:nvSpPr>
          <p:cNvPr id="133" name="전달 경로-131">
            <a:extLst xmlns:a="http://schemas.openxmlformats.org/drawingml/2006/main">
              <a:ext uri="{FF2B5EF4-FFF2-40B4-BE49-F238E27FC236}">
                <a16:creationId xmlns:a16="http://schemas.microsoft.com/office/drawing/2014/main" id="{85E6D758-A15B-4DA2-BF8C-577D6F99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0" y="8548688"/>
            <a:ext cx="952500" cy="9525"/>
          </a:xfrm>
          <a:custGeom xmlns:a="http://schemas.openxmlformats.org/drawingml/2006/main"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3818C"/>
            </a:solidFill>
            <a:prstDash val="dash"/>
          </a:ln>
        </p:spPr>
      </p:sp>
      <p:sp>
        <p:nvSpPr>
          <p:cNvPr id="132" name="전달 경로-130">
            <a:extLst xmlns:a="http://schemas.openxmlformats.org/drawingml/2006/main">
              <a:ext uri="{FF2B5EF4-FFF2-40B4-BE49-F238E27FC236}">
                <a16:creationId xmlns:a16="http://schemas.microsoft.com/office/drawing/2014/main" id="{0376E80E-35E0-4B3E-8FBE-A413BAAC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0" y="6405563"/>
            <a:ext cx="666750" cy="9525"/>
          </a:xfrm>
          <a:custGeom xmlns:a="http://schemas.openxmlformats.org/drawingml/2006/main">
            <a:pathLst>
              <a:path w="666750" h="9525">
                <a:moveTo>
                  <a:pt x="0" y="0"/>
                </a:moveTo>
                <a:lnTo>
                  <a:pt x="666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3818C"/>
            </a:solidFill>
            <a:prstDash val="dash"/>
          </a:ln>
        </p:spPr>
      </p:sp>
      <p:sp>
        <p:nvSpPr>
          <p:cNvPr id="130" name="전달 경로-128">
            <a:extLst xmlns:a="http://schemas.openxmlformats.org/drawingml/2006/main">
              <a:ext uri="{FF2B5EF4-FFF2-40B4-BE49-F238E27FC236}">
                <a16:creationId xmlns:a16="http://schemas.microsoft.com/office/drawing/2014/main" id="{9CADC238-8B86-4FB8-9F9E-417135E60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0" y="6405563"/>
            <a:ext cx="952500" cy="9525"/>
          </a:xfrm>
          <a:custGeom xmlns:a="http://schemas.openxmlformats.org/drawingml/2006/main"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3818C"/>
            </a:solidFill>
            <a:prstDash val="dash"/>
          </a:ln>
        </p:spPr>
      </p:sp>
      <p:sp>
        <p:nvSpPr>
          <p:cNvPr id="129" name="전달 경로-127">
            <a:extLst xmlns:a="http://schemas.openxmlformats.org/drawingml/2006/main">
              <a:ext uri="{FF2B5EF4-FFF2-40B4-BE49-F238E27FC236}">
                <a16:creationId xmlns:a16="http://schemas.microsoft.com/office/drawing/2014/main" id="{315CEB70-5035-40B3-B836-D51797F85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0" y="4262438"/>
            <a:ext cx="666750" cy="9525"/>
          </a:xfrm>
          <a:custGeom xmlns:a="http://schemas.openxmlformats.org/drawingml/2006/main">
            <a:pathLst>
              <a:path w="666750" h="9525">
                <a:moveTo>
                  <a:pt x="0" y="0"/>
                </a:moveTo>
                <a:lnTo>
                  <a:pt x="666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3818C"/>
            </a:solidFill>
            <a:prstDash val="dash"/>
          </a:ln>
        </p:spPr>
      </p:sp>
      <p:sp>
        <p:nvSpPr>
          <p:cNvPr id="127" name="전달 경로-125">
            <a:extLst xmlns:a="http://schemas.openxmlformats.org/drawingml/2006/main">
              <a:ext uri="{FF2B5EF4-FFF2-40B4-BE49-F238E27FC236}">
                <a16:creationId xmlns:a16="http://schemas.microsoft.com/office/drawing/2014/main" id="{E972D331-177C-487A-8A8B-98FE0A05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0" y="4262438"/>
            <a:ext cx="952500" cy="9525"/>
          </a:xfrm>
          <a:custGeom xmlns:a="http://schemas.openxmlformats.org/drawingml/2006/main"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3818C"/>
            </a:solidFill>
            <a:prstDash val="dash"/>
          </a:ln>
        </p:spPr>
      </p:sp>
      <p:sp>
        <p:nvSpPr>
          <p:cNvPr id="126" name="전달 경로-124">
            <a:extLst xmlns:a="http://schemas.openxmlformats.org/drawingml/2006/main">
              <a:ext uri="{FF2B5EF4-FFF2-40B4-BE49-F238E27FC236}">
                <a16:creationId xmlns:a16="http://schemas.microsoft.com/office/drawing/2014/main" id="{9DD12DB8-D6C6-4435-B258-919FA9F1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0" y="4257675"/>
            <a:ext cx="9525" cy="11172825"/>
          </a:xfrm>
          <a:custGeom xmlns:a="http://schemas.openxmlformats.org/drawingml/2006/main">
            <a:pathLst>
              <a:path w="9525" h="11172825">
                <a:moveTo>
                  <a:pt x="0" y="0"/>
                </a:moveTo>
                <a:lnTo>
                  <a:pt x="0" y="111728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3818C"/>
            </a:solidFill>
            <a:prstDash val="dash"/>
          </a:ln>
        </p:spPr>
      </p:sp>
      <p:sp>
        <p:nvSpPr>
          <p:cNvPr id="125" name="전달 경로-123">
            <a:extLst xmlns:a="http://schemas.openxmlformats.org/drawingml/2006/main">
              <a:ext uri="{FF2B5EF4-FFF2-40B4-BE49-F238E27FC236}">
                <a16:creationId xmlns:a16="http://schemas.microsoft.com/office/drawing/2014/main" id="{2FC64267-511D-4269-B410-ED6C8349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620250"/>
            <a:ext cx="952500" cy="9525"/>
          </a:xfrm>
          <a:custGeom xmlns:a="http://schemas.openxmlformats.org/drawingml/2006/main"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3818C"/>
            </a:solidFill>
            <a:prstDash val="dash"/>
          </a:ln>
        </p:spPr>
      </p:sp>
      <p:sp>
        <p:nvSpPr>
          <p:cNvPr id="124" name="전달 경로-122">
            <a:extLst xmlns:a="http://schemas.openxmlformats.org/drawingml/2006/main">
              <a:ext uri="{FF2B5EF4-FFF2-40B4-BE49-F238E27FC236}">
                <a16:creationId xmlns:a16="http://schemas.microsoft.com/office/drawing/2014/main" id="{09919842-C6A6-4520-9F52-68614622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7810500"/>
            <a:ext cx="952500" cy="9525"/>
          </a:xfrm>
          <a:custGeom xmlns:a="http://schemas.openxmlformats.org/drawingml/2006/main"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3818C"/>
            </a:solidFill>
            <a:prstDash val="dash"/>
          </a:ln>
        </p:spPr>
      </p:sp>
      <p:sp>
        <p:nvSpPr>
          <p:cNvPr id="71" name="전달 경로-71">
            <a:extLst xmlns:a="http://schemas.openxmlformats.org/drawingml/2006/main">
              <a:ext uri="{FF2B5EF4-FFF2-40B4-BE49-F238E27FC236}">
                <a16:creationId xmlns:a16="http://schemas.microsoft.com/office/drawing/2014/main" id="{8B0E7799-E713-4B3B-94C2-F4B9DD14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429375"/>
            <a:ext cx="3286125" cy="2476500"/>
          </a:xfrm>
          <a:custGeom xmlns:a="http://schemas.openxmlformats.org/drawingml/2006/main">
            <a:pathLst>
              <a:path w="3286125" h="2476500">
                <a:moveTo>
                  <a:pt x="3286125" y="0"/>
                </a:moveTo>
                <a:lnTo>
                  <a:pt x="0" y="0"/>
                </a:lnTo>
                <a:lnTo>
                  <a:pt x="0" y="2286000"/>
                </a:lnTo>
                <a:lnTo>
                  <a:pt x="3286125" y="2286000"/>
                </a:lnTo>
                <a:lnTo>
                  <a:pt x="3286125" y="24765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3818C"/>
            </a:solidFill>
            <a:prstDash val="dash"/>
          </a:ln>
        </p:spPr>
      </p:sp>
      <p:sp>
        <p:nvSpPr>
          <p:cNvPr id="69" name="전달 경로-69">
            <a:extLst xmlns:a="http://schemas.openxmlformats.org/drawingml/2006/main">
              <a:ext uri="{FF2B5EF4-FFF2-40B4-BE49-F238E27FC236}">
                <a16:creationId xmlns:a16="http://schemas.microsoft.com/office/drawing/2014/main" id="{7194D39A-519A-465E-A83E-39282CF7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6429375"/>
            <a:ext cx="9525" cy="666750"/>
          </a:xfrm>
          <a:custGeom xmlns:a="http://schemas.openxmlformats.org/drawingml/2006/main">
            <a:pathLst>
              <a:path w="9525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3818C"/>
            </a:solidFill>
            <a:prstDash val="dash"/>
          </a:ln>
        </p:spPr>
      </p:sp>
      <p:sp>
        <p:nvSpPr>
          <p:cNvPr id="68" name="전달 경로-68">
            <a:extLst xmlns:a="http://schemas.openxmlformats.org/drawingml/2006/main">
              <a:ext uri="{FF2B5EF4-FFF2-40B4-BE49-F238E27FC236}">
                <a16:creationId xmlns:a16="http://schemas.microsoft.com/office/drawing/2014/main" id="{E2DE88E4-A687-452E-8152-1BFC1D06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5572125"/>
            <a:ext cx="9525" cy="857250"/>
          </a:xfrm>
          <a:custGeom xmlns:a="http://schemas.openxmlformats.org/drawingml/2006/main">
            <a:pathLst>
              <a:path w="9525" h="857250">
                <a:moveTo>
                  <a:pt x="0" y="0"/>
                </a:moveTo>
                <a:lnTo>
                  <a:pt x="0" y="8572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3818C"/>
            </a:solidFill>
            <a:prstDash val="dash"/>
          </a:ln>
        </p:spPr>
      </p:sp>
      <p:sp>
        <p:nvSpPr>
          <p:cNvPr id="59" name="전달 경로-59">
            <a:extLst xmlns:a="http://schemas.openxmlformats.org/drawingml/2006/main">
              <a:ext uri="{FF2B5EF4-FFF2-40B4-BE49-F238E27FC236}">
                <a16:creationId xmlns:a16="http://schemas.microsoft.com/office/drawing/2014/main" id="{94EB7492-8E8F-48EA-A941-B7F2E347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9620250"/>
            <a:ext cx="1047750" cy="9525"/>
          </a:xfrm>
          <a:custGeom xmlns:a="http://schemas.openxmlformats.org/drawingml/2006/main">
            <a:pathLst>
              <a:path w="1047750" h="9525">
                <a:moveTo>
                  <a:pt x="0" y="0"/>
                </a:moveTo>
                <a:lnTo>
                  <a:pt x="1047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66A4"/>
            </a:solidFill>
            <a:prstDash val="solid"/>
          </a:ln>
        </p:spPr>
      </p:sp>
      <p:sp>
        <p:nvSpPr>
          <p:cNvPr id="57" name="전달 경로-57">
            <a:extLst xmlns:a="http://schemas.openxmlformats.org/drawingml/2006/main">
              <a:ext uri="{FF2B5EF4-FFF2-40B4-BE49-F238E27FC236}">
                <a16:creationId xmlns:a16="http://schemas.microsoft.com/office/drawing/2014/main" id="{6E5C1F43-B74B-46BD-A9BB-993937C0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7810500"/>
            <a:ext cx="1047750" cy="9525"/>
          </a:xfrm>
          <a:custGeom xmlns:a="http://schemas.openxmlformats.org/drawingml/2006/main">
            <a:pathLst>
              <a:path w="1047750" h="9525">
                <a:moveTo>
                  <a:pt x="0" y="0"/>
                </a:moveTo>
                <a:lnTo>
                  <a:pt x="1047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66A4"/>
            </a:solidFill>
            <a:prstDash val="solid"/>
          </a:ln>
        </p:spPr>
      </p:sp>
      <p:sp>
        <p:nvSpPr>
          <p:cNvPr id="56" name="전달 경로-56">
            <a:extLst xmlns:a="http://schemas.openxmlformats.org/drawingml/2006/main">
              <a:ext uri="{FF2B5EF4-FFF2-40B4-BE49-F238E27FC236}">
                <a16:creationId xmlns:a16="http://schemas.microsoft.com/office/drawing/2014/main" id="{4F451665-7714-4D2F-BEEB-ACDE6AB16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352925"/>
            <a:ext cx="9525" cy="8953500"/>
          </a:xfrm>
          <a:custGeom xmlns:a="http://schemas.openxmlformats.org/drawingml/2006/main">
            <a:pathLst>
              <a:path w="9525" h="8953500">
                <a:moveTo>
                  <a:pt x="0" y="0"/>
                </a:moveTo>
                <a:lnTo>
                  <a:pt x="0" y="895350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66A4"/>
            </a:solidFill>
            <a:prstDash val="solid"/>
          </a:ln>
        </p:spPr>
      </p:sp>
      <p:sp>
        <p:nvSpPr>
          <p:cNvPr id="55" name="전달 경로-55">
            <a:extLst xmlns:a="http://schemas.openxmlformats.org/drawingml/2006/main">
              <a:ext uri="{FF2B5EF4-FFF2-40B4-BE49-F238E27FC236}">
                <a16:creationId xmlns:a16="http://schemas.microsoft.com/office/drawing/2014/main" id="{B929B39F-30DA-40F6-A677-87D219A57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3306425"/>
            <a:ext cx="819150" cy="9525"/>
          </a:xfrm>
          <a:custGeom xmlns:a="http://schemas.openxmlformats.org/drawingml/2006/main">
            <a:pathLst>
              <a:path w="819150" h="9525">
                <a:moveTo>
                  <a:pt x="0" y="0"/>
                </a:moveTo>
                <a:lnTo>
                  <a:pt x="819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66A4"/>
            </a:solidFill>
            <a:prstDash val="solid"/>
          </a:ln>
        </p:spPr>
      </p:sp>
      <p:sp>
        <p:nvSpPr>
          <p:cNvPr id="54" name="전달 경로-54">
            <a:extLst xmlns:a="http://schemas.openxmlformats.org/drawingml/2006/main">
              <a:ext uri="{FF2B5EF4-FFF2-40B4-BE49-F238E27FC236}">
                <a16:creationId xmlns:a16="http://schemas.microsoft.com/office/drawing/2014/main" id="{22416CBF-063B-439E-8206-9F6C92DEA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0306050"/>
            <a:ext cx="819150" cy="9525"/>
          </a:xfrm>
          <a:custGeom xmlns:a="http://schemas.openxmlformats.org/drawingml/2006/main">
            <a:pathLst>
              <a:path w="819150" h="9525">
                <a:moveTo>
                  <a:pt x="0" y="0"/>
                </a:moveTo>
                <a:lnTo>
                  <a:pt x="819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66A4"/>
            </a:solidFill>
            <a:prstDash val="solid"/>
          </a:ln>
        </p:spPr>
      </p:sp>
      <p:sp>
        <p:nvSpPr>
          <p:cNvPr id="53" name="전달 경로-53">
            <a:extLst xmlns:a="http://schemas.openxmlformats.org/drawingml/2006/main">
              <a:ext uri="{FF2B5EF4-FFF2-40B4-BE49-F238E27FC236}">
                <a16:creationId xmlns:a16="http://schemas.microsoft.com/office/drawing/2014/main" id="{115BCB99-1815-43D2-A042-C5A33C00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7115175"/>
            <a:ext cx="819150" cy="9525"/>
          </a:xfrm>
          <a:custGeom xmlns:a="http://schemas.openxmlformats.org/drawingml/2006/main">
            <a:pathLst>
              <a:path w="819150" h="9525">
                <a:moveTo>
                  <a:pt x="0" y="0"/>
                </a:moveTo>
                <a:lnTo>
                  <a:pt x="819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66A4"/>
            </a:solidFill>
            <a:prstDash val="solid"/>
          </a:ln>
        </p:spPr>
      </p:sp>
      <p:sp>
        <p:nvSpPr>
          <p:cNvPr id="52" name="전달 경로-52">
            <a:extLst xmlns:a="http://schemas.openxmlformats.org/drawingml/2006/main">
              <a:ext uri="{FF2B5EF4-FFF2-40B4-BE49-F238E27FC236}">
                <a16:creationId xmlns:a16="http://schemas.microsoft.com/office/drawing/2014/main" id="{D27E488C-3A5A-40BE-8A8F-FB16BFA1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352925"/>
            <a:ext cx="819150" cy="9525"/>
          </a:xfrm>
          <a:custGeom xmlns:a="http://schemas.openxmlformats.org/drawingml/2006/main">
            <a:pathLst>
              <a:path w="819150" h="9525">
                <a:moveTo>
                  <a:pt x="0" y="0"/>
                </a:moveTo>
                <a:lnTo>
                  <a:pt x="819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66A4"/>
            </a:solidFill>
            <a:prstDash val="solid"/>
          </a:ln>
        </p:spPr>
      </p:sp>
      <p:sp>
        <p:nvSpPr>
          <p:cNvPr id="11" name="전달 경로-11">
            <a:extLst xmlns:a="http://schemas.openxmlformats.org/drawingml/2006/main">
              <a:ext uri="{FF2B5EF4-FFF2-40B4-BE49-F238E27FC236}">
                <a16:creationId xmlns:a16="http://schemas.microsoft.com/office/drawing/2014/main" id="{E2E6F267-86E5-41BA-865A-CAE77068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2105025"/>
            <a:ext cx="952500" cy="9525"/>
          </a:xfrm>
          <a:custGeom xmlns:a="http://schemas.openxmlformats.org/drawingml/2006/main"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73818C"/>
            </a:solidFill>
            <a:prstDash val="dash"/>
          </a:ln>
        </p:spPr>
      </p:sp>
      <p:sp>
        <p:nvSpPr>
          <p:cNvPr id="7" name="전달 경로-7">
            <a:extLst xmlns:a="http://schemas.openxmlformats.org/drawingml/2006/main">
              <a:ext uri="{FF2B5EF4-FFF2-40B4-BE49-F238E27FC236}">
                <a16:creationId xmlns:a16="http://schemas.microsoft.com/office/drawing/2014/main" id="{C82D0557-ADE1-4B04-B664-DD7801BC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105025"/>
            <a:ext cx="952500" cy="9525"/>
          </a:xfrm>
          <a:custGeom xmlns:a="http://schemas.openxmlformats.org/drawingml/2006/main"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BD580E"/>
            </a:solidFill>
            <a:prstDash val="solid"/>
          </a:ln>
        </p:spPr>
      </p:sp>
      <p:sp>
        <p:nvSpPr>
          <p:cNvPr id="4" name="전달 경로-4">
            <a:extLst xmlns:a="http://schemas.openxmlformats.org/drawingml/2006/main">
              <a:ext uri="{FF2B5EF4-FFF2-40B4-BE49-F238E27FC236}">
                <a16:creationId xmlns:a16="http://schemas.microsoft.com/office/drawing/2014/main" id="{8EE76865-77C7-4721-A9B4-41AC125E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952500" cy="9525"/>
          </a:xfrm>
          <a:custGeom xmlns:a="http://schemas.openxmlformats.org/drawingml/2006/main"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1766A4"/>
            </a:solidFill>
            <a:prstDash val="solid"/>
          </a:ln>
        </p:spPr>
      </p:sp>
      <p:sp>
        <p:nvSpPr>
          <p:cNvPr id="199" name="글-1">
            <a:extLst xmlns:a="http://schemas.openxmlformats.org/drawingml/2006/main">
              <a:ext uri="{FF2B5EF4-FFF2-40B4-BE49-F238E27FC236}">
                <a16:creationId xmlns:a16="http://schemas.microsoft.com/office/drawing/2014/main" id="{F855F06D-B904-49F6-988E-C8B4E183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2438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5025" b="1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5025" b="1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5025" b="1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비전 시스템 데이터·통신 연결도</a:t>
            </a:r>
          </a:p>
        </p:txBody>
      </p:sp>
      <p:sp>
        <p:nvSpPr>
          <p:cNvPr id="2" name="글-2">
            <a:extLst xmlns:a="http://schemas.openxmlformats.org/drawingml/2006/main">
              <a:ext uri="{FF2B5EF4-FFF2-40B4-BE49-F238E27FC236}">
                <a16:creationId xmlns:a16="http://schemas.microsoft.com/office/drawing/2014/main" id="{29104286-C2D8-48F5-8585-407F4F64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0" y="419100"/>
            <a:ext cx="94869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4125" b="1">
                <a:solidFill>
                  <a:srgbClr val="1766A4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r">
              <a:defRPr sz="4125" b="1">
                <a:solidFill>
                  <a:srgbClr val="1766A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4125" b="1">
                <a:solidFill>
                  <a:srgbClr val="1766A4"/>
                </a:solidFill>
                <a:latin typeface="Noto Sans CJK KR"/>
                <a:ea typeface="Noto Sans CJK KR"/>
                <a:cs typeface="Noto Sans CJK KR"/>
              </a:rPr>
              <a:t>robot3 · robot4</a:t>
            </a:r>
          </a:p>
        </p:txBody>
      </p:sp>
      <p:sp>
        <p:nvSpPr>
          <p:cNvPr id="3" name="글-3">
            <a:extLst xmlns:a="http://schemas.openxmlformats.org/drawingml/2006/main">
              <a:ext uri="{FF2B5EF4-FFF2-40B4-BE49-F238E27FC236}">
                <a16:creationId xmlns:a16="http://schemas.microsoft.com/office/drawing/2014/main" id="{DC6C818D-9936-4117-A974-A2327641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3535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52627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52627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0">
                <a:solidFill>
                  <a:srgbClr val="526273"/>
                </a:solidFill>
                <a:latin typeface="Noto Sans CJK KR"/>
                <a:ea typeface="Noto Sans CJK KR"/>
                <a:cs typeface="Noto Sans CJK KR"/>
              </a:rPr>
              <a:t>MSI 작업 폴더 실제 파일 · 2026-10-15 15:29 KST 확인 · 두 네임스페이스에서 같은 코드·기능을 각각 독립 실행</a:t>
            </a:r>
          </a:p>
        </p:txBody>
      </p:sp>
      <p:sp>
        <p:nvSpPr>
          <p:cNvPr id="5" name="화살표 끝-5">
            <a:extLst xmlns:a="http://schemas.openxmlformats.org/drawingml/2006/main">
              <a:ext uri="{FF2B5EF4-FFF2-40B4-BE49-F238E27FC236}">
                <a16:creationId xmlns:a16="http://schemas.microsoft.com/office/drawing/2014/main" id="{300A5FF9-C2A7-4F30-BA2E-01549D48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047875"/>
            <a:ext cx="161925" cy="114300"/>
          </a:xfrm>
          <a:custGeom xmlns:a="http://schemas.openxmlformats.org/drawingml/2006/main">
            <a:pathLst>
              <a:path w="161925" h="114300">
                <a:moveTo>
                  <a:pt x="161925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1766A4"/>
          </a:solidFill>
          <a:ln xmlns:a="http://schemas.openxmlformats.org/drawingml/2006/main" w="0">
            <a:noFill/>
          </a:ln>
        </p:spPr>
      </p:sp>
      <p:sp>
        <p:nvSpPr>
          <p:cNvPr id="6" name="글-6">
            <a:extLst xmlns:a="http://schemas.openxmlformats.org/drawingml/2006/main">
              <a:ext uri="{FF2B5EF4-FFF2-40B4-BE49-F238E27FC236}">
                <a16:creationId xmlns:a16="http://schemas.microsoft.com/office/drawing/2014/main" id="{A933B751-2001-4B4C-817D-3FDEFD66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885950"/>
            <a:ext cx="252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1766A4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766A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1766A4"/>
                </a:solidFill>
                <a:latin typeface="Noto Sans CJK KR"/>
                <a:ea typeface="Noto Sans CJK KR"/>
                <a:cs typeface="Noto Sans CJK KR"/>
              </a:rPr>
              <a:t>ROS Topic</a:t>
            </a:r>
          </a:p>
        </p:txBody>
      </p:sp>
      <p:sp>
        <p:nvSpPr>
          <p:cNvPr id="8" name="화살표 끝-8">
            <a:extLst xmlns:a="http://schemas.openxmlformats.org/drawingml/2006/main">
              <a:ext uri="{FF2B5EF4-FFF2-40B4-BE49-F238E27FC236}">
                <a16:creationId xmlns:a16="http://schemas.microsoft.com/office/drawing/2014/main" id="{00BD339A-94D1-4D89-BB76-23641611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047875"/>
            <a:ext cx="161925" cy="114300"/>
          </a:xfrm>
          <a:custGeom xmlns:a="http://schemas.openxmlformats.org/drawingml/2006/main">
            <a:pathLst>
              <a:path w="161925" h="114300">
                <a:moveTo>
                  <a:pt x="161925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BD580E"/>
          </a:solidFill>
          <a:ln xmlns:a="http://schemas.openxmlformats.org/drawingml/2006/main" w="0">
            <a:noFill/>
          </a:ln>
        </p:spPr>
      </p:sp>
      <p:sp>
        <p:nvSpPr>
          <p:cNvPr id="9" name="화살표 끝-9">
            <a:extLst xmlns:a="http://schemas.openxmlformats.org/drawingml/2006/main">
              <a:ext uri="{FF2B5EF4-FFF2-40B4-BE49-F238E27FC236}">
                <a16:creationId xmlns:a16="http://schemas.microsoft.com/office/drawing/2014/main" id="{B30CA0F1-8D7D-49FF-A529-C5562C73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047875"/>
            <a:ext cx="161925" cy="114300"/>
          </a:xfrm>
          <a:custGeom xmlns:a="http://schemas.openxmlformats.org/drawingml/2006/main">
            <a:pathLst>
              <a:path w="161925" h="114300">
                <a:moveTo>
                  <a:pt x="0" y="57150"/>
                </a:moveTo>
                <a:lnTo>
                  <a:pt x="161925" y="114300"/>
                </a:lnTo>
                <a:lnTo>
                  <a:pt x="161925" y="0"/>
                </a:lnTo>
                <a:close/>
              </a:path>
            </a:pathLst>
          </a:custGeom>
          <a:solidFill xmlns:a="http://schemas.openxmlformats.org/drawingml/2006/main">
            <a:srgbClr val="BD580E"/>
          </a:solidFill>
          <a:ln xmlns:a="http://schemas.openxmlformats.org/drawingml/2006/main" w="0">
            <a:noFill/>
          </a:ln>
        </p:spPr>
      </p:sp>
      <p:sp>
        <p:nvSpPr>
          <p:cNvPr id="10" name="글-10">
            <a:extLst xmlns:a="http://schemas.openxmlformats.org/drawingml/2006/main">
              <a:ext uri="{FF2B5EF4-FFF2-40B4-BE49-F238E27FC236}">
                <a16:creationId xmlns:a16="http://schemas.microsoft.com/office/drawing/2014/main" id="{20F1A111-744F-4D96-B86D-1B5E22AD9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885950"/>
            <a:ext cx="552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BD580E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BD580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BD580E"/>
                </a:solidFill>
                <a:latin typeface="Noto Sans CJK KR"/>
                <a:ea typeface="Noto Sans CJK KR"/>
                <a:cs typeface="Noto Sans CJK KR"/>
              </a:rPr>
              <a:t>ROS Service 요청·응답</a:t>
            </a:r>
          </a:p>
        </p:txBody>
      </p:sp>
      <p:sp>
        <p:nvSpPr>
          <p:cNvPr id="12" name="화살표 끝-12">
            <a:extLst xmlns:a="http://schemas.openxmlformats.org/drawingml/2006/main">
              <a:ext uri="{FF2B5EF4-FFF2-40B4-BE49-F238E27FC236}">
                <a16:creationId xmlns:a16="http://schemas.microsoft.com/office/drawing/2014/main" id="{224FF1CD-7561-4268-9B13-17595232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2075" y="2047875"/>
            <a:ext cx="161925" cy="114300"/>
          </a:xfrm>
          <a:custGeom xmlns:a="http://schemas.openxmlformats.org/drawingml/2006/main">
            <a:pathLst>
              <a:path w="161925" h="114300">
                <a:moveTo>
                  <a:pt x="161925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73818C"/>
          </a:solidFill>
          <a:ln xmlns:a="http://schemas.openxmlformats.org/drawingml/2006/main" w="0">
            <a:noFill/>
          </a:ln>
        </p:spPr>
      </p:sp>
      <p:sp>
        <p:nvSpPr>
          <p:cNvPr id="13" name="글-13">
            <a:extLst xmlns:a="http://schemas.openxmlformats.org/drawingml/2006/main">
              <a:ext uri="{FF2B5EF4-FFF2-40B4-BE49-F238E27FC236}">
                <a16:creationId xmlns:a16="http://schemas.microsoft.com/office/drawing/2014/main" id="{1E1AB67A-52E8-42BA-BF16-689D6C89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188595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73818C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73818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1">
                <a:solidFill>
                  <a:srgbClr val="73818C"/>
                </a:solidFill>
                <a:latin typeface="Noto Sans CJK KR"/>
                <a:ea typeface="Noto Sans CJK KR"/>
                <a:cs typeface="Noto Sans CJK KR"/>
              </a:rPr>
              <a:t>Python 함수 호출·반환 (로봇별 프로세스 내부)</a:t>
            </a:r>
          </a:p>
        </p:txBody>
      </p:sp>
      <p:sp>
        <p:nvSpPr>
          <p:cNvPr id="14" name="글-14">
            <a:extLst xmlns:a="http://schemas.openxmlformats.org/drawingml/2006/main">
              <a:ext uri="{FF2B5EF4-FFF2-40B4-BE49-F238E27FC236}">
                <a16:creationId xmlns:a16="http://schemas.microsoft.com/office/drawing/2014/main" id="{C10EF060-A20F-49ED-9404-82C2FF3A6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0" y="1885950"/>
            <a:ext cx="12058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52627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52627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526273"/>
                </a:solidFill>
                <a:latin typeface="Noto Sans CJK KR"/>
                <a:ea typeface="Noto Sans CJK KR"/>
                <a:cs typeface="Noto Sans CJK KR"/>
              </a:rPr>
              <a:t>주소 /{robot3,robot4}/… = /robot3/…와 /robot4/… 각각</a:t>
            </a:r>
          </a:p>
        </p:txBody>
      </p:sp>
      <p:sp>
        <p:nvSpPr>
          <p:cNvPr id="15" name="글-15">
            <a:extLst xmlns:a="http://schemas.openxmlformats.org/drawingml/2006/main">
              <a:ext uri="{FF2B5EF4-FFF2-40B4-BE49-F238E27FC236}">
                <a16:creationId xmlns:a16="http://schemas.microsoft.com/office/drawing/2014/main" id="{D4417134-5F33-4A51-9113-8E246532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766A4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766A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75" b="1">
                <a:solidFill>
                  <a:srgbClr val="1766A4"/>
                </a:solidFill>
                <a:latin typeface="Noto Sans CJK KR"/>
                <a:ea typeface="Noto Sans CJK KR"/>
                <a:cs typeface="Noto Sans CJK KR"/>
              </a:rPr>
              <a:t>OAK-D / TF 발행자 (패키지 외부)</a:t>
            </a:r>
          </a:p>
        </p:txBody>
      </p:sp>
      <p:sp>
        <p:nvSpPr>
          <p:cNvPr id="16" name="글-16">
            <a:extLst xmlns:a="http://schemas.openxmlformats.org/drawingml/2006/main">
              <a:ext uri="{FF2B5EF4-FFF2-40B4-BE49-F238E27FC236}">
                <a16:creationId xmlns:a16="http://schemas.microsoft.com/office/drawing/2014/main" id="{3B1DFED6-1FF0-4BD9-8DB7-86B351FCA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28900"/>
            <a:ext cx="623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1766A4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766A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75" b="1">
                <a:solidFill>
                  <a:srgbClr val="1766A4"/>
                </a:solidFill>
                <a:latin typeface="Noto Sans CJK KR"/>
                <a:ea typeface="Noto Sans CJK KR"/>
                <a:cs typeface="Noto Sans CJK KR"/>
              </a:rPr>
              <a:t>ROS 노드 (로봇별 독립 실행)</a:t>
            </a:r>
          </a:p>
        </p:txBody>
      </p:sp>
      <p:sp>
        <p:nvSpPr>
          <p:cNvPr id="17" name="글-17">
            <a:extLst xmlns:a="http://schemas.openxmlformats.org/drawingml/2006/main">
              <a:ext uri="{FF2B5EF4-FFF2-40B4-BE49-F238E27FC236}">
                <a16:creationId xmlns:a16="http://schemas.microsoft.com/office/drawing/2014/main" id="{3E32A58E-19C5-494C-A39E-24D163C36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0" y="26289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73818C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73818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1">
                <a:solidFill>
                  <a:srgbClr val="73818C"/>
                </a:solidFill>
                <a:latin typeface="Noto Sans CJK KR"/>
                <a:ea typeface="Noto Sans CJK KR"/>
                <a:cs typeface="Noto Sans CJK KR"/>
              </a:rPr>
              <a:t>설비별 공통 코드 (각 로봇 프로세스 내부)</a:t>
            </a:r>
          </a:p>
        </p:txBody>
      </p:sp>
      <p:sp>
        <p:nvSpPr>
          <p:cNvPr id="18" name="글-18">
            <a:extLst xmlns:a="http://schemas.openxmlformats.org/drawingml/2006/main">
              <a:ext uri="{FF2B5EF4-FFF2-40B4-BE49-F238E27FC236}">
                <a16:creationId xmlns:a16="http://schemas.microsoft.com/office/drawing/2014/main" id="{937C2745-A314-4B00-8006-3C627EC09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0" y="2628900"/>
            <a:ext cx="6438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087F6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087F6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75" b="1">
                <a:solidFill>
                  <a:srgbClr val="087F68"/>
                </a:solidFill>
                <a:latin typeface="Noto Sans CJK KR"/>
                <a:ea typeface="Noto Sans CJK KR"/>
                <a:cs typeface="Noto Sans CJK KR"/>
              </a:rPr>
              <a:t>manager 반환 처리 · 출력</a:t>
            </a:r>
          </a:p>
        </p:txBody>
      </p:sp>
      <p:sp>
        <p:nvSpPr>
          <p:cNvPr id="19" name="연결 지점-19">
            <a:extLst xmlns:a="http://schemas.openxmlformats.org/drawingml/2006/main">
              <a:ext uri="{FF2B5EF4-FFF2-40B4-BE49-F238E27FC236}">
                <a16:creationId xmlns:a16="http://schemas.microsoft.com/office/drawing/2014/main" id="{E012C10E-3B8C-4302-AD27-7F5AA0B9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81915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766A4"/>
            </a:solidFill>
            <a:prstDash val="solid"/>
          </a:ln>
        </p:spPr>
      </p:sp>
      <p:sp>
        <p:nvSpPr>
          <p:cNvPr id="20" name="글-20">
            <a:extLst xmlns:a="http://schemas.openxmlformats.org/drawingml/2006/main">
              <a:ext uri="{FF2B5EF4-FFF2-40B4-BE49-F238E27FC236}">
                <a16:creationId xmlns:a16="http://schemas.microsoft.com/office/drawing/2014/main" id="{0683AF46-878A-4374-BE46-F3C535FB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48050"/>
            <a:ext cx="7772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766A4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766A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1">
                <a:solidFill>
                  <a:srgbClr val="1766A4"/>
                </a:solidFill>
                <a:latin typeface="Noto Sans CJK KR"/>
                <a:ea typeface="Noto Sans CJK KR"/>
                <a:cs typeface="Noto Sans CJK KR"/>
              </a:rPr>
              <a:t>/{robot3,robot4}/oakd/rgb/image_raw/compressed</a:t>
            </a:r>
          </a:p>
        </p:txBody>
      </p:sp>
      <p:sp>
        <p:nvSpPr>
          <p:cNvPr id="21" name="글-21">
            <a:extLst xmlns:a="http://schemas.openxmlformats.org/drawingml/2006/main">
              <a:ext uri="{FF2B5EF4-FFF2-40B4-BE49-F238E27FC236}">
                <a16:creationId xmlns:a16="http://schemas.microsoft.com/office/drawing/2014/main" id="{16A621F4-784E-4B88-BBF7-0176A7F7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24300"/>
            <a:ext cx="777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sensor_msgs/msg/CompressedImage</a:t>
            </a:r>
          </a:p>
        </p:txBody>
      </p:sp>
      <p:sp>
        <p:nvSpPr>
          <p:cNvPr id="22" name="글-22">
            <a:extLst xmlns:a="http://schemas.openxmlformats.org/drawingml/2006/main">
              <a:ext uri="{FF2B5EF4-FFF2-40B4-BE49-F238E27FC236}">
                <a16:creationId xmlns:a16="http://schemas.microsoft.com/office/drawing/2014/main" id="{0818E4D6-7599-4FAD-A19E-BACA60C8F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777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Header header · string format · uint8[] data</a:t>
            </a:r>
          </a:p>
        </p:txBody>
      </p:sp>
      <p:sp>
        <p:nvSpPr>
          <p:cNvPr id="23" name="글-23">
            <a:extLst xmlns:a="http://schemas.openxmlformats.org/drawingml/2006/main">
              <a:ext uri="{FF2B5EF4-FFF2-40B4-BE49-F238E27FC236}">
                <a16:creationId xmlns:a16="http://schemas.microsoft.com/office/drawing/2014/main" id="{1942FEEE-05D8-42C4-BDA3-7CE79936C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777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image_callback(): uint8[H,W,3] BGR</a:t>
            </a:r>
          </a:p>
        </p:txBody>
      </p:sp>
      <p:sp>
        <p:nvSpPr>
          <p:cNvPr id="24" name="글-24">
            <a:extLst xmlns:a="http://schemas.openxmlformats.org/drawingml/2006/main">
              <a:ext uri="{FF2B5EF4-FFF2-40B4-BE49-F238E27FC236}">
                <a16:creationId xmlns:a16="http://schemas.microsoft.com/office/drawing/2014/main" id="{DAF0E9DC-4AAA-495C-B807-98289E437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10150"/>
            <a:ext cx="777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QoS RELIABLE · KEEP_LAST 1</a:t>
            </a:r>
          </a:p>
        </p:txBody>
      </p:sp>
      <p:sp>
        <p:nvSpPr>
          <p:cNvPr id="25" name="연결 지점-25">
            <a:extLst xmlns:a="http://schemas.openxmlformats.org/drawingml/2006/main">
              <a:ext uri="{FF2B5EF4-FFF2-40B4-BE49-F238E27FC236}">
                <a16:creationId xmlns:a16="http://schemas.microsoft.com/office/drawing/2014/main" id="{ACE08B02-37C5-4A24-8C18-35DDE295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8191500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766A4"/>
            </a:solidFill>
            <a:prstDash val="solid"/>
          </a:ln>
        </p:spPr>
      </p:sp>
      <p:sp>
        <p:nvSpPr>
          <p:cNvPr id="26" name="글-26">
            <a:extLst xmlns:a="http://schemas.openxmlformats.org/drawingml/2006/main">
              <a:ext uri="{FF2B5EF4-FFF2-40B4-BE49-F238E27FC236}">
                <a16:creationId xmlns:a16="http://schemas.microsoft.com/office/drawing/2014/main" id="{1C0804F4-E18B-4AF0-9F02-FFC3D53F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81675"/>
            <a:ext cx="7772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75" b="1">
                <a:solidFill>
                  <a:srgbClr val="1766A4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766A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75" b="1">
                <a:solidFill>
                  <a:srgbClr val="1766A4"/>
                </a:solidFill>
                <a:latin typeface="Noto Sans CJK KR"/>
                <a:ea typeface="Noto Sans CJK KR"/>
                <a:cs typeface="Noto Sans CJK KR"/>
              </a:rPr>
              <a:t>/{robot3,robot4}/oakd/stereo/</a:t>
            </a:r>
          </a:p>
        </p:txBody>
      </p:sp>
      <p:sp>
        <p:nvSpPr>
          <p:cNvPr id="27" name="글-27">
            <a:extLst xmlns:a="http://schemas.openxmlformats.org/drawingml/2006/main">
              <a:ext uri="{FF2B5EF4-FFF2-40B4-BE49-F238E27FC236}">
                <a16:creationId xmlns:a16="http://schemas.microsoft.com/office/drawing/2014/main" id="{C5429E22-98DE-43FA-AF10-0D84A77A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191250"/>
            <a:ext cx="7772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75" b="1">
                <a:solidFill>
                  <a:srgbClr val="1766A4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766A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75" b="1">
                <a:solidFill>
                  <a:srgbClr val="1766A4"/>
                </a:solidFill>
                <a:latin typeface="Noto Sans CJK KR"/>
                <a:ea typeface="Noto Sans CJK KR"/>
                <a:cs typeface="Noto Sans CJK KR"/>
              </a:rPr>
              <a:t>image_raw/compressedDepth</a:t>
            </a:r>
          </a:p>
        </p:txBody>
      </p:sp>
      <p:sp>
        <p:nvSpPr>
          <p:cNvPr id="28" name="글-28">
            <a:extLst xmlns:a="http://schemas.openxmlformats.org/drawingml/2006/main">
              <a:ext uri="{FF2B5EF4-FFF2-40B4-BE49-F238E27FC236}">
                <a16:creationId xmlns:a16="http://schemas.microsoft.com/office/drawing/2014/main" id="{AAA10C58-E82A-4BF8-A3A5-EF40B21E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667500"/>
            <a:ext cx="777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sensor_msgs/msg/CompressedImage</a:t>
            </a:r>
          </a:p>
        </p:txBody>
      </p:sp>
      <p:sp>
        <p:nvSpPr>
          <p:cNvPr id="29" name="글-29">
            <a:extLst xmlns:a="http://schemas.openxmlformats.org/drawingml/2006/main">
              <a:ext uri="{FF2B5EF4-FFF2-40B4-BE49-F238E27FC236}">
                <a16:creationId xmlns:a16="http://schemas.microsoft.com/office/drawing/2014/main" id="{99258DE1-754D-435D-9AA4-C57E4217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029450"/>
            <a:ext cx="777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data: 12B [int32 code, float32 A,B] + PNG</a:t>
            </a:r>
          </a:p>
        </p:txBody>
      </p:sp>
      <p:sp>
        <p:nvSpPr>
          <p:cNvPr id="30" name="글-30">
            <a:extLst xmlns:a="http://schemas.openxmlformats.org/drawingml/2006/main">
              <a:ext uri="{FF2B5EF4-FFF2-40B4-BE49-F238E27FC236}">
                <a16:creationId xmlns:a16="http://schemas.microsoft.com/office/drawing/2014/main" id="{641E42C6-E0B4-491F-B4DB-F2CCF9E9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391400"/>
            <a:ext cx="777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16UC1(mm) × 0.001 / 32FC1: A/(pixel−B)</a:t>
            </a:r>
          </a:p>
        </p:txBody>
      </p:sp>
      <p:sp>
        <p:nvSpPr>
          <p:cNvPr id="31" name="글-31">
            <a:extLst xmlns:a="http://schemas.openxmlformats.org/drawingml/2006/main">
              <a:ext uri="{FF2B5EF4-FFF2-40B4-BE49-F238E27FC236}">
                <a16:creationId xmlns:a16="http://schemas.microsoft.com/office/drawing/2014/main" id="{E7D7C743-9589-49DB-B3B8-BE23F31E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7753350"/>
            <a:ext cx="777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_shutter_depth_callback(): float64[H,W] m</a:t>
            </a:r>
          </a:p>
        </p:txBody>
      </p:sp>
      <p:sp>
        <p:nvSpPr>
          <p:cNvPr id="32" name="글-32">
            <a:extLst xmlns:a="http://schemas.openxmlformats.org/drawingml/2006/main">
              <a:ext uri="{FF2B5EF4-FFF2-40B4-BE49-F238E27FC236}">
                <a16:creationId xmlns:a16="http://schemas.microsoft.com/office/drawing/2014/main" id="{53BBD9D3-87D7-49B0-B878-169D92FFC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115300"/>
            <a:ext cx="777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QoS BEST_EFFORT · KEEP_LAST 5</a:t>
            </a:r>
          </a:p>
        </p:txBody>
      </p:sp>
      <p:sp>
        <p:nvSpPr>
          <p:cNvPr id="33" name="연결 지점-33">
            <a:extLst xmlns:a="http://schemas.openxmlformats.org/drawingml/2006/main">
              <a:ext uri="{FF2B5EF4-FFF2-40B4-BE49-F238E27FC236}">
                <a16:creationId xmlns:a16="http://schemas.microsoft.com/office/drawing/2014/main" id="{8346B376-7DEB-44E3-9FB8-B2E363855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0"/>
            <a:ext cx="8191500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766A4"/>
            </a:solidFill>
            <a:prstDash val="solid"/>
          </a:ln>
        </p:spPr>
      </p:sp>
      <p:sp>
        <p:nvSpPr>
          <p:cNvPr id="34" name="글-34">
            <a:extLst xmlns:a="http://schemas.openxmlformats.org/drawingml/2006/main">
              <a:ext uri="{FF2B5EF4-FFF2-40B4-BE49-F238E27FC236}">
                <a16:creationId xmlns:a16="http://schemas.microsoft.com/office/drawing/2014/main" id="{84A44CB2-5C96-47EA-8163-B4DC7E1D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972550"/>
            <a:ext cx="7772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75" b="1">
                <a:solidFill>
                  <a:srgbClr val="1766A4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766A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75" b="1">
                <a:solidFill>
                  <a:srgbClr val="1766A4"/>
                </a:solidFill>
                <a:latin typeface="Noto Sans CJK KR"/>
                <a:ea typeface="Noto Sans CJK KR"/>
                <a:cs typeface="Noto Sans CJK KR"/>
              </a:rPr>
              <a:t>/{robot3,robot4}/oakd/rgb/camera_info</a:t>
            </a:r>
          </a:p>
        </p:txBody>
      </p:sp>
      <p:sp>
        <p:nvSpPr>
          <p:cNvPr id="35" name="글-35">
            <a:extLst xmlns:a="http://schemas.openxmlformats.org/drawingml/2006/main">
              <a:ext uri="{FF2B5EF4-FFF2-40B4-BE49-F238E27FC236}">
                <a16:creationId xmlns:a16="http://schemas.microsoft.com/office/drawing/2014/main" id="{E65B0B69-025C-4585-A28B-923A6561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382125"/>
            <a:ext cx="7772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75" b="1">
                <a:solidFill>
                  <a:srgbClr val="1766A4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766A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75" b="1">
                <a:solidFill>
                  <a:srgbClr val="1766A4"/>
                </a:solidFill>
                <a:latin typeface="Noto Sans CJK KR"/>
                <a:ea typeface="Noto Sans CJK KR"/>
                <a:cs typeface="Noto Sans CJK KR"/>
              </a:rPr>
              <a:t>/{robot3,robot4}/oakd/stereo/camera_info</a:t>
            </a:r>
          </a:p>
        </p:txBody>
      </p:sp>
      <p:sp>
        <p:nvSpPr>
          <p:cNvPr id="36" name="글-36">
            <a:extLst xmlns:a="http://schemas.openxmlformats.org/drawingml/2006/main">
              <a:ext uri="{FF2B5EF4-FFF2-40B4-BE49-F238E27FC236}">
                <a16:creationId xmlns:a16="http://schemas.microsoft.com/office/drawing/2014/main" id="{E8519F04-6C40-4955-BBAB-93F896CB0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858375"/>
            <a:ext cx="777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sensor_msgs/msg/CameraInfo × 2</a:t>
            </a:r>
          </a:p>
        </p:txBody>
      </p:sp>
      <p:sp>
        <p:nvSpPr>
          <p:cNvPr id="37" name="글-37">
            <a:extLst xmlns:a="http://schemas.openxmlformats.org/drawingml/2006/main">
              <a:ext uri="{FF2B5EF4-FFF2-40B4-BE49-F238E27FC236}">
                <a16:creationId xmlns:a16="http://schemas.microsoft.com/office/drawing/2014/main" id="{651BA222-26A1-4F3C-9877-A5C4DCF9B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220325"/>
            <a:ext cx="777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uint32 height,width · float64 k[9],r[9],p[12]</a:t>
            </a:r>
          </a:p>
        </p:txBody>
      </p:sp>
      <p:sp>
        <p:nvSpPr>
          <p:cNvPr id="38" name="글-38">
            <a:extLst xmlns:a="http://schemas.openxmlformats.org/drawingml/2006/main">
              <a:ext uri="{FF2B5EF4-FFF2-40B4-BE49-F238E27FC236}">
                <a16:creationId xmlns:a16="http://schemas.microsoft.com/office/drawing/2014/main" id="{86049C25-A3D7-4B80-A654-F77A6B4F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582275"/>
            <a:ext cx="777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string distortion_model · float64[] d</a:t>
            </a:r>
          </a:p>
        </p:txBody>
      </p:sp>
      <p:sp>
        <p:nvSpPr>
          <p:cNvPr id="39" name="글-39">
            <a:extLst xmlns:a="http://schemas.openxmlformats.org/drawingml/2006/main">
              <a:ext uri="{FF2B5EF4-FFF2-40B4-BE49-F238E27FC236}">
                <a16:creationId xmlns:a16="http://schemas.microsoft.com/office/drawing/2014/main" id="{4C7C9ABF-C68D-499B-9596-17CF833B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0944225"/>
            <a:ext cx="777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uint32 binning_x,y · RegionOfInterest roi</a:t>
            </a:r>
          </a:p>
        </p:txBody>
      </p:sp>
      <p:sp>
        <p:nvSpPr>
          <p:cNvPr id="40" name="글-40">
            <a:extLst xmlns:a="http://schemas.openxmlformats.org/drawingml/2006/main">
              <a:ext uri="{FF2B5EF4-FFF2-40B4-BE49-F238E27FC236}">
                <a16:creationId xmlns:a16="http://schemas.microsoft.com/office/drawing/2014/main" id="{A59F7915-2827-418B-AFF1-23002566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306175"/>
            <a:ext cx="777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각 callback에서 보정 dict로 저장 · BE / 5</a:t>
            </a:r>
          </a:p>
        </p:txBody>
      </p:sp>
      <p:sp>
        <p:nvSpPr>
          <p:cNvPr id="41" name="연결 지점-41">
            <a:extLst xmlns:a="http://schemas.openxmlformats.org/drawingml/2006/main">
              <a:ext uri="{FF2B5EF4-FFF2-40B4-BE49-F238E27FC236}">
                <a16:creationId xmlns:a16="http://schemas.microsoft.com/office/drawing/2014/main" id="{3C2E17F3-B511-4700-82E0-028A4BC8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49125"/>
            <a:ext cx="819150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766A4"/>
            </a:solidFill>
            <a:prstDash val="solid"/>
          </a:ln>
        </p:spPr>
      </p:sp>
      <p:sp>
        <p:nvSpPr>
          <p:cNvPr id="42" name="글-42">
            <a:extLst xmlns:a="http://schemas.openxmlformats.org/drawingml/2006/main">
              <a:ext uri="{FF2B5EF4-FFF2-40B4-BE49-F238E27FC236}">
                <a16:creationId xmlns:a16="http://schemas.microsoft.com/office/drawing/2014/main" id="{528E78F5-42EF-4994-BF01-95BDA206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163425"/>
            <a:ext cx="7772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1766A4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766A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1766A4"/>
                </a:solidFill>
                <a:latin typeface="Noto Sans CJK KR"/>
                <a:ea typeface="Noto Sans CJK KR"/>
                <a:cs typeface="Noto Sans CJK KR"/>
              </a:rPr>
              <a:t>/{robot3,robot4}/tf · /{robot3,robot4}/tf_static</a:t>
            </a:r>
          </a:p>
        </p:txBody>
      </p:sp>
      <p:sp>
        <p:nvSpPr>
          <p:cNvPr id="43" name="글-43">
            <a:extLst xmlns:a="http://schemas.openxmlformats.org/drawingml/2006/main">
              <a:ext uri="{FF2B5EF4-FFF2-40B4-BE49-F238E27FC236}">
                <a16:creationId xmlns:a16="http://schemas.microsoft.com/office/drawing/2014/main" id="{49D6FA39-8584-4A40-ACEF-1989B35ED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639675"/>
            <a:ext cx="777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tf2_msgs/msg/TFMessage: transforms[]</a:t>
            </a:r>
          </a:p>
        </p:txBody>
      </p:sp>
      <p:sp>
        <p:nvSpPr>
          <p:cNvPr id="44" name="글-44">
            <a:extLst xmlns:a="http://schemas.openxmlformats.org/drawingml/2006/main">
              <a:ext uri="{FF2B5EF4-FFF2-40B4-BE49-F238E27FC236}">
                <a16:creationId xmlns:a16="http://schemas.microsoft.com/office/drawing/2014/main" id="{C58E460B-F19C-412C-AE0F-B2FB8546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001625"/>
            <a:ext cx="777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TransformStamped: Header, string child_frame_id</a:t>
            </a:r>
          </a:p>
        </p:txBody>
      </p:sp>
      <p:sp>
        <p:nvSpPr>
          <p:cNvPr id="45" name="글-45">
            <a:extLst xmlns:a="http://schemas.openxmlformats.org/drawingml/2006/main">
              <a:ext uri="{FF2B5EF4-FFF2-40B4-BE49-F238E27FC236}">
                <a16:creationId xmlns:a16="http://schemas.microsoft.com/office/drawing/2014/main" id="{C895700B-0D45-45F2-9E5F-8BFE004D7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363575"/>
            <a:ext cx="777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float64 translation(x,y,z) m, rotation(x,y,z,w)</a:t>
            </a:r>
          </a:p>
        </p:txBody>
      </p:sp>
      <p:sp>
        <p:nvSpPr>
          <p:cNvPr id="46" name="글-46">
            <a:extLst xmlns:a="http://schemas.openxmlformats.org/drawingml/2006/main">
              <a:ext uri="{FF2B5EF4-FFF2-40B4-BE49-F238E27FC236}">
                <a16:creationId xmlns:a16="http://schemas.microsoft.com/office/drawing/2014/main" id="{A560C174-2C07-4BDC-B73C-826AA723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725525"/>
            <a:ext cx="777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TF Buffer → up:float64[3] / 카메라 높이 m</a:t>
            </a:r>
          </a:p>
        </p:txBody>
      </p:sp>
      <p:sp>
        <p:nvSpPr>
          <p:cNvPr id="47" name="글-47">
            <a:extLst xmlns:a="http://schemas.openxmlformats.org/drawingml/2006/main">
              <a:ext uri="{FF2B5EF4-FFF2-40B4-BE49-F238E27FC236}">
                <a16:creationId xmlns:a16="http://schemas.microsoft.com/office/drawing/2014/main" id="{2AA85C75-14C9-4E8D-B8DC-6714820E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087475"/>
            <a:ext cx="7772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tf: BE/100 · tf_static: RELIABLE, TL/100</a:t>
            </a:r>
          </a:p>
        </p:txBody>
      </p:sp>
      <p:sp>
        <p:nvSpPr>
          <p:cNvPr id="48" name="글-48">
            <a:extLst xmlns:a="http://schemas.openxmlformats.org/drawingml/2006/main">
              <a:ext uri="{FF2B5EF4-FFF2-40B4-BE49-F238E27FC236}">
                <a16:creationId xmlns:a16="http://schemas.microsoft.com/office/drawing/2014/main" id="{A8C2F209-CA4A-44C3-9C43-F9FC1362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01850"/>
            <a:ext cx="819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공통 Header: stamp {int32 sec, uint32 nanosec}, string frame_id</a:t>
            </a:r>
          </a:p>
        </p:txBody>
      </p:sp>
      <p:sp>
        <p:nvSpPr>
          <p:cNvPr id="49" name="글-49">
            <a:extLst xmlns:a="http://schemas.openxmlformats.org/drawingml/2006/main">
              <a:ext uri="{FF2B5EF4-FFF2-40B4-BE49-F238E27FC236}">
                <a16:creationId xmlns:a16="http://schemas.microsoft.com/office/drawing/2014/main" id="{E54C4668-DC39-4B97-9800-83A32313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11425"/>
            <a:ext cx="819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roi: uint32 x_offset,y_offset,height,width · bool do_rectify</a:t>
            </a:r>
          </a:p>
        </p:txBody>
      </p:sp>
      <p:sp>
        <p:nvSpPr>
          <p:cNvPr id="50" name="글-50">
            <a:extLst xmlns:a="http://schemas.openxmlformats.org/drawingml/2006/main">
              <a:ext uri="{FF2B5EF4-FFF2-40B4-BE49-F238E27FC236}">
                <a16:creationId xmlns:a16="http://schemas.microsoft.com/office/drawing/2014/main" id="{B128C60A-6C70-43B2-87B8-6B2DED16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0"/>
            <a:ext cx="819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Depth 옵션: raw Image(16UC1/32FC1) 경로로 교체 가능</a:t>
            </a:r>
          </a:p>
        </p:txBody>
      </p:sp>
      <p:sp>
        <p:nvSpPr>
          <p:cNvPr id="51" name="글-51">
            <a:extLst xmlns:a="http://schemas.openxmlformats.org/drawingml/2006/main">
              <a:ext uri="{FF2B5EF4-FFF2-40B4-BE49-F238E27FC236}">
                <a16:creationId xmlns:a16="http://schemas.microsoft.com/office/drawing/2014/main" id="{C06F26C1-0FF2-4B66-903F-4BD8E7BD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30575"/>
            <a:ext cx="819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52627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2627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526273"/>
                </a:solidFill>
                <a:latin typeface="Noto Sans CJK KR"/>
                <a:ea typeface="Noto Sans CJK KR"/>
                <a:cs typeface="Noto Sans CJK KR"/>
              </a:rPr>
              <a:t>BE=BEST_EFFORT · TL=TRANSIENT_LOCAL · H,W=영상 크기</a:t>
            </a:r>
          </a:p>
        </p:txBody>
      </p:sp>
      <p:sp>
        <p:nvSpPr>
          <p:cNvPr id="58" name="화살표 끝-58">
            <a:extLst xmlns:a="http://schemas.openxmlformats.org/drawingml/2006/main">
              <a:ext uri="{FF2B5EF4-FFF2-40B4-BE49-F238E27FC236}">
                <a16:creationId xmlns:a16="http://schemas.microsoft.com/office/drawing/2014/main" id="{C895FB23-F277-429E-80F2-F672698A6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7753350"/>
            <a:ext cx="161925" cy="114300"/>
          </a:xfrm>
          <a:custGeom xmlns:a="http://schemas.openxmlformats.org/drawingml/2006/main">
            <a:pathLst>
              <a:path w="161925" h="114300">
                <a:moveTo>
                  <a:pt x="161925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1766A4"/>
          </a:solidFill>
          <a:ln xmlns:a="http://schemas.openxmlformats.org/drawingml/2006/main" w="0">
            <a:noFill/>
          </a:ln>
        </p:spPr>
      </p:sp>
      <p:sp>
        <p:nvSpPr>
          <p:cNvPr id="60" name="화살표 끝-60">
            <a:extLst xmlns:a="http://schemas.openxmlformats.org/drawingml/2006/main">
              <a:ext uri="{FF2B5EF4-FFF2-40B4-BE49-F238E27FC236}">
                <a16:creationId xmlns:a16="http://schemas.microsoft.com/office/drawing/2014/main" id="{C3FA9B9D-DFF8-4D2E-8940-D4BBCC49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9563100"/>
            <a:ext cx="161925" cy="114300"/>
          </a:xfrm>
          <a:custGeom xmlns:a="http://schemas.openxmlformats.org/drawingml/2006/main">
            <a:pathLst>
              <a:path w="161925" h="114300">
                <a:moveTo>
                  <a:pt x="161925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1766A4"/>
          </a:solidFill>
          <a:ln xmlns:a="http://schemas.openxmlformats.org/drawingml/2006/main" w="0">
            <a:noFill/>
          </a:ln>
        </p:spPr>
      </p:sp>
      <p:sp>
        <p:nvSpPr>
          <p:cNvPr id="61" name="글-61">
            <a:extLst xmlns:a="http://schemas.openxmlformats.org/drawingml/2006/main">
              <a:ext uri="{FF2B5EF4-FFF2-40B4-BE49-F238E27FC236}">
                <a16:creationId xmlns:a16="http://schemas.microsoft.com/office/drawing/2014/main" id="{90DA7528-B14D-4448-9199-35F65E495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8286750"/>
            <a:ext cx="904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1766A4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766A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1">
                <a:solidFill>
                  <a:srgbClr val="1766A4"/>
                </a:solidFill>
                <a:latin typeface="Noto Sans CJK KR"/>
                <a:ea typeface="Noto Sans CJK KR"/>
                <a:cs typeface="Noto Sans CJK KR"/>
              </a:rPr>
              <a:t>구독</a:t>
            </a:r>
          </a:p>
        </p:txBody>
      </p:sp>
      <p:sp>
        <p:nvSpPr>
          <p:cNvPr id="62" name="연결 지점-62">
            <a:extLst xmlns:a="http://schemas.openxmlformats.org/drawingml/2006/main">
              <a:ext uri="{FF2B5EF4-FFF2-40B4-BE49-F238E27FC236}">
                <a16:creationId xmlns:a16="http://schemas.microsoft.com/office/drawing/2014/main" id="{667A8587-3998-48FB-AA77-F7E2C61A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333750"/>
            <a:ext cx="59055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73818C"/>
            </a:solidFill>
            <a:prstDash val="solid"/>
          </a:ln>
        </p:spPr>
      </p:sp>
      <p:sp>
        <p:nvSpPr>
          <p:cNvPr id="63" name="글-63">
            <a:extLst xmlns:a="http://schemas.openxmlformats.org/drawingml/2006/main">
              <a:ext uri="{FF2B5EF4-FFF2-40B4-BE49-F238E27FC236}">
                <a16:creationId xmlns:a16="http://schemas.microsoft.com/office/drawing/2014/main" id="{AB276E41-518C-4B29-AC46-66159EC5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448050"/>
            <a:ext cx="5486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75" b="1">
                <a:solidFill>
                  <a:srgbClr val="73818C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73818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75" b="1">
                <a:solidFill>
                  <a:srgbClr val="73818C"/>
                </a:solidFill>
                <a:latin typeface="Noto Sans CJK KR"/>
                <a:ea typeface="Noto Sans CJK KR"/>
                <a:cs typeface="Noto Sans CJK KR"/>
              </a:rPr>
              <a:t>로컬 파일 읽기 (각 노드)</a:t>
            </a:r>
          </a:p>
        </p:txBody>
      </p:sp>
      <p:sp>
        <p:nvSpPr>
          <p:cNvPr id="64" name="글-64">
            <a:extLst xmlns:a="http://schemas.openxmlformats.org/drawingml/2006/main">
              <a:ext uri="{FF2B5EF4-FFF2-40B4-BE49-F238E27FC236}">
                <a16:creationId xmlns:a16="http://schemas.microsoft.com/office/drawing/2014/main" id="{BEF62357-7927-430F-875C-7B381A47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924300"/>
            <a:ext cx="5486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models/best.pt → YOLO 모델</a:t>
            </a:r>
          </a:p>
        </p:txBody>
      </p:sp>
      <p:sp>
        <p:nvSpPr>
          <p:cNvPr id="65" name="글-65">
            <a:extLst xmlns:a="http://schemas.openxmlformats.org/drawingml/2006/main">
              <a:ext uri="{FF2B5EF4-FFF2-40B4-BE49-F238E27FC236}">
                <a16:creationId xmlns:a16="http://schemas.microsoft.com/office/drawing/2014/main" id="{CC2EB93C-5BFF-4F71-80A4-677A12BBE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4295775"/>
            <a:ext cx="5486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config/rack_reference.npz</a:t>
            </a:r>
          </a:p>
        </p:txBody>
      </p:sp>
      <p:sp>
        <p:nvSpPr>
          <p:cNvPr id="66" name="글-66">
            <a:extLst xmlns:a="http://schemas.openxmlformats.org/drawingml/2006/main">
              <a:ext uri="{FF2B5EF4-FFF2-40B4-BE49-F238E27FC236}">
                <a16:creationId xmlns:a16="http://schemas.microsoft.com/office/drawing/2014/main" id="{6CF8FBC1-893B-413A-B3AC-54E9EA128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4667250"/>
            <a:ext cx="5486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→ OpenCV 랙 기준 dict</a:t>
            </a:r>
          </a:p>
        </p:txBody>
      </p:sp>
      <p:sp>
        <p:nvSpPr>
          <p:cNvPr id="67" name="글-67">
            <a:extLst xmlns:a="http://schemas.openxmlformats.org/drawingml/2006/main">
              <a:ext uri="{FF2B5EF4-FFF2-40B4-BE49-F238E27FC236}">
                <a16:creationId xmlns:a16="http://schemas.microsoft.com/office/drawing/2014/main" id="{632F8B12-D8DB-4591-BCB2-90EBF7FB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5038725"/>
            <a:ext cx="5486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첫 YOLO 시작 요청에서 모델 로드</a:t>
            </a:r>
          </a:p>
        </p:txBody>
      </p:sp>
      <p:sp>
        <p:nvSpPr>
          <p:cNvPr id="70" name="화살표 끝-70">
            <a:extLst xmlns:a="http://schemas.openxmlformats.org/drawingml/2006/main">
              <a:ext uri="{FF2B5EF4-FFF2-40B4-BE49-F238E27FC236}">
                <a16:creationId xmlns:a16="http://schemas.microsoft.com/office/drawing/2014/main" id="{A67C5F0A-8DC8-4B9D-B254-DB00055F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6934200"/>
            <a:ext cx="114300" cy="161925"/>
          </a:xfrm>
          <a:custGeom xmlns:a="http://schemas.openxmlformats.org/drawingml/2006/main">
            <a:pathLst>
              <a:path w="114300" h="161925">
                <a:moveTo>
                  <a:pt x="57150" y="161925"/>
                </a:moveTo>
                <a:lnTo>
                  <a:pt x="1143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3818C"/>
          </a:solidFill>
          <a:ln xmlns:a="http://schemas.openxmlformats.org/drawingml/2006/main" w="0">
            <a:noFill/>
          </a:ln>
        </p:spPr>
      </p:sp>
      <p:sp>
        <p:nvSpPr>
          <p:cNvPr id="72" name="화살표 끝-72">
            <a:extLst xmlns:a="http://schemas.openxmlformats.org/drawingml/2006/main">
              <a:ext uri="{FF2B5EF4-FFF2-40B4-BE49-F238E27FC236}">
                <a16:creationId xmlns:a16="http://schemas.microsoft.com/office/drawing/2014/main" id="{A49967E3-0A24-46C3-BED5-F45A35318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8743950"/>
            <a:ext cx="114300" cy="161925"/>
          </a:xfrm>
          <a:custGeom xmlns:a="http://schemas.openxmlformats.org/drawingml/2006/main">
            <a:pathLst>
              <a:path w="114300" h="161925">
                <a:moveTo>
                  <a:pt x="57150" y="161925"/>
                </a:moveTo>
                <a:lnTo>
                  <a:pt x="1143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3818C"/>
          </a:solidFill>
          <a:ln xmlns:a="http://schemas.openxmlformats.org/drawingml/2006/main" w="0">
            <a:noFill/>
          </a:ln>
        </p:spPr>
      </p:sp>
      <p:sp>
        <p:nvSpPr>
          <p:cNvPr id="73" name="robot3 ROS 노드">
            <a:extLst xmlns:a="http://schemas.openxmlformats.org/drawingml/2006/main">
              <a:ext uri="{FF2B5EF4-FFF2-40B4-BE49-F238E27FC236}">
                <a16:creationId xmlns:a16="http://schemas.microsoft.com/office/drawing/2014/main" id="{D7691B41-CF68-45F5-8128-93A7CFF3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096125"/>
            <a:ext cx="590550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7FC"/>
          </a:solidFill>
          <a:ln xmlns:a="http://schemas.openxmlformats.org/drawingml/2006/main" w="38100">
            <a:solidFill>
              <a:srgbClr val="1766A4"/>
            </a:solidFill>
            <a:prstDash val="solid"/>
          </a:ln>
        </p:spPr>
      </p:sp>
      <p:sp>
        <p:nvSpPr>
          <p:cNvPr id="74" name="글-73">
            <a:extLst xmlns:a="http://schemas.openxmlformats.org/drawingml/2006/main">
              <a:ext uri="{FF2B5EF4-FFF2-40B4-BE49-F238E27FC236}">
                <a16:creationId xmlns:a16="http://schemas.microsoft.com/office/drawing/2014/main" id="{DB0A7898-4458-469E-A886-2A98FE9B6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7286625"/>
            <a:ext cx="5143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700" b="1">
                <a:solidFill>
                  <a:srgbClr val="1766A4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ctr">
              <a:defRPr sz="2700" b="1">
                <a:solidFill>
                  <a:srgbClr val="1766A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00" b="1">
                <a:solidFill>
                  <a:srgbClr val="1766A4"/>
                </a:solidFill>
                <a:latin typeface="Noto Sans CJK KR"/>
                <a:ea typeface="Noto Sans CJK KR"/>
                <a:cs typeface="Noto Sans CJK KR"/>
              </a:rPr>
              <a:t>/robot3/detection_alert</a:t>
            </a:r>
          </a:p>
        </p:txBody>
      </p:sp>
      <p:sp>
        <p:nvSpPr>
          <p:cNvPr id="75" name="글-74">
            <a:extLst xmlns:a="http://schemas.openxmlformats.org/drawingml/2006/main">
              <a:ext uri="{FF2B5EF4-FFF2-40B4-BE49-F238E27FC236}">
                <a16:creationId xmlns:a16="http://schemas.microsoft.com/office/drawing/2014/main" id="{5731EF8F-966D-4E71-A0B5-C2E78548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783907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scv_detection_manager.py</a:t>
            </a:r>
          </a:p>
        </p:txBody>
      </p:sp>
      <p:sp>
        <p:nvSpPr>
          <p:cNvPr id="76" name="robot4 ROS 노드">
            <a:extLst xmlns:a="http://schemas.openxmlformats.org/drawingml/2006/main">
              <a:ext uri="{FF2B5EF4-FFF2-40B4-BE49-F238E27FC236}">
                <a16:creationId xmlns:a16="http://schemas.microsoft.com/office/drawing/2014/main" id="{A1707DDC-3D38-4CE2-9415-5099D82B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905875"/>
            <a:ext cx="590550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7FC"/>
          </a:solidFill>
          <a:ln xmlns:a="http://schemas.openxmlformats.org/drawingml/2006/main" w="38100">
            <a:solidFill>
              <a:srgbClr val="1766A4"/>
            </a:solidFill>
            <a:prstDash val="solid"/>
          </a:ln>
        </p:spPr>
      </p:sp>
      <p:sp>
        <p:nvSpPr>
          <p:cNvPr id="77" name="글-75">
            <a:extLst xmlns:a="http://schemas.openxmlformats.org/drawingml/2006/main">
              <a:ext uri="{FF2B5EF4-FFF2-40B4-BE49-F238E27FC236}">
                <a16:creationId xmlns:a16="http://schemas.microsoft.com/office/drawing/2014/main" id="{524C3C7C-439A-443F-BB8C-A2BA068A0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9096375"/>
            <a:ext cx="5143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700" b="1">
                <a:solidFill>
                  <a:srgbClr val="1766A4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ctr">
              <a:defRPr sz="2700" b="1">
                <a:solidFill>
                  <a:srgbClr val="1766A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700" b="1">
                <a:solidFill>
                  <a:srgbClr val="1766A4"/>
                </a:solidFill>
                <a:latin typeface="Noto Sans CJK KR"/>
                <a:ea typeface="Noto Sans CJK KR"/>
                <a:cs typeface="Noto Sans CJK KR"/>
              </a:rPr>
              <a:t>/robot4/detection_alert</a:t>
            </a:r>
          </a:p>
        </p:txBody>
      </p:sp>
      <p:sp>
        <p:nvSpPr>
          <p:cNvPr id="78" name="글-76">
            <a:extLst xmlns:a="http://schemas.openxmlformats.org/drawingml/2006/main">
              <a:ext uri="{FF2B5EF4-FFF2-40B4-BE49-F238E27FC236}">
                <a16:creationId xmlns:a16="http://schemas.microsoft.com/office/drawing/2014/main" id="{5D19FF0F-AFC0-405D-B696-5F294EF5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964882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1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scv_detection_manager.py</a:t>
            </a:r>
          </a:p>
        </p:txBody>
      </p:sp>
      <p:sp>
        <p:nvSpPr>
          <p:cNvPr id="79" name="글-77">
            <a:extLst xmlns:a="http://schemas.openxmlformats.org/drawingml/2006/main">
              <a:ext uri="{FF2B5EF4-FFF2-40B4-BE49-F238E27FC236}">
                <a16:creationId xmlns:a16="http://schemas.microsoft.com/office/drawing/2014/main" id="{A127E601-6B5E-4F8A-965C-A31A7025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0858500"/>
            <a:ext cx="6191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625" b="1">
                <a:solidFill>
                  <a:srgbClr val="1766A4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766A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625" b="1">
                <a:solidFill>
                  <a:srgbClr val="1766A4"/>
                </a:solidFill>
                <a:latin typeface="Noto Sans CJK KR"/>
                <a:ea typeface="Noto Sans CJK KR"/>
                <a:cs typeface="Noto Sans CJK KR"/>
              </a:rPr>
              <a:t>manager 내부 데이터</a:t>
            </a:r>
          </a:p>
        </p:txBody>
      </p:sp>
      <p:sp>
        <p:nvSpPr>
          <p:cNvPr id="80" name="글-78">
            <a:extLst xmlns:a="http://schemas.openxmlformats.org/drawingml/2006/main">
              <a:ext uri="{FF2B5EF4-FFF2-40B4-BE49-F238E27FC236}">
                <a16:creationId xmlns:a16="http://schemas.microsoft.com/office/drawing/2014/main" id="{AE8CEA9E-9ED6-4151-8D1A-4FB286A9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1525250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YOLO: model.predict(BGR)</a:t>
            </a:r>
          </a:p>
        </p:txBody>
      </p:sp>
      <p:sp>
        <p:nvSpPr>
          <p:cNvPr id="81" name="글-79">
            <a:extLst xmlns:a="http://schemas.openxmlformats.org/drawingml/2006/main">
              <a:ext uri="{FF2B5EF4-FFF2-40B4-BE49-F238E27FC236}">
                <a16:creationId xmlns:a16="http://schemas.microsoft.com/office/drawing/2014/main" id="{9ED9B575-6AC8-40C1-923A-84ECF46F1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2011025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bbox: float[4] = x1,y1,x2,y2 (px)</a:t>
            </a:r>
          </a:p>
        </p:txBody>
      </p:sp>
      <p:sp>
        <p:nvSpPr>
          <p:cNvPr id="82" name="글-80">
            <a:extLst xmlns:a="http://schemas.openxmlformats.org/drawingml/2006/main">
              <a:ext uri="{FF2B5EF4-FFF2-40B4-BE49-F238E27FC236}">
                <a16:creationId xmlns:a16="http://schemas.microsoft.com/office/drawing/2014/main" id="{5018F648-8AC5-4370-B10A-52F6CA8E0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2496800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confidence: float · class_id: int</a:t>
            </a:r>
          </a:p>
        </p:txBody>
      </p:sp>
      <p:sp>
        <p:nvSpPr>
          <p:cNvPr id="83" name="글-81">
            <a:extLst xmlns:a="http://schemas.openxmlformats.org/drawingml/2006/main">
              <a:ext uri="{FF2B5EF4-FFF2-40B4-BE49-F238E27FC236}">
                <a16:creationId xmlns:a16="http://schemas.microsoft.com/office/drawing/2014/main" id="{BE7DFA63-C79A-4BDC-8D1A-3CE7C4E1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2982575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RGB/Depth 촬영 시각 차이 ≤ 0.03s</a:t>
            </a:r>
          </a:p>
        </p:txBody>
      </p:sp>
      <p:sp>
        <p:nvSpPr>
          <p:cNvPr id="84" name="글-82">
            <a:extLst xmlns:a="http://schemas.openxmlformats.org/drawingml/2006/main">
              <a:ext uri="{FF2B5EF4-FFF2-40B4-BE49-F238E27FC236}">
                <a16:creationId xmlns:a16="http://schemas.microsoft.com/office/drawing/2014/main" id="{C4D23709-8412-40CA-ADF4-4AAE963AC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3468350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Depth: float64[H,W] (m)</a:t>
            </a:r>
          </a:p>
        </p:txBody>
      </p:sp>
      <p:sp>
        <p:nvSpPr>
          <p:cNvPr id="85" name="글-83">
            <a:extLst xmlns:a="http://schemas.openxmlformats.org/drawingml/2006/main">
              <a:ext uri="{FF2B5EF4-FFF2-40B4-BE49-F238E27FC236}">
                <a16:creationId xmlns:a16="http://schemas.microsoft.com/office/drawing/2014/main" id="{1D1F0CE6-BE08-4498-8F90-4D347976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3954125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RGB/Depth 보정 dict × 2</a:t>
            </a:r>
          </a:p>
        </p:txBody>
      </p:sp>
      <p:sp>
        <p:nvSpPr>
          <p:cNvPr id="86" name="글-84">
            <a:extLst xmlns:a="http://schemas.openxmlformats.org/drawingml/2006/main">
              <a:ext uri="{FF2B5EF4-FFF2-40B4-BE49-F238E27FC236}">
                <a16:creationId xmlns:a16="http://schemas.microsoft.com/office/drawing/2014/main" id="{D7ED0AD0-936B-470D-BFF7-BACF3933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4439900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TF → up: float64[3] (위쪽 방향)</a:t>
            </a:r>
          </a:p>
        </p:txBody>
      </p:sp>
      <p:sp>
        <p:nvSpPr>
          <p:cNvPr id="87" name="글-85">
            <a:extLst xmlns:a="http://schemas.openxmlformats.org/drawingml/2006/main">
              <a:ext uri="{FF2B5EF4-FFF2-40B4-BE49-F238E27FC236}">
                <a16:creationId xmlns:a16="http://schemas.microsoft.com/office/drawing/2014/main" id="{66E739C6-D0FA-4F35-8DB1-CFCA3E93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4925675"/>
            <a:ext cx="619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32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입력 데이터·설정을 설비 함수에 전달</a:t>
            </a:r>
          </a:p>
        </p:txBody>
      </p:sp>
      <p:sp>
        <p:nvSpPr>
          <p:cNvPr id="88" name="글-86">
            <a:extLst xmlns:a="http://schemas.openxmlformats.org/drawingml/2006/main">
              <a:ext uri="{FF2B5EF4-FFF2-40B4-BE49-F238E27FC236}">
                <a16:creationId xmlns:a16="http://schemas.microsoft.com/office/drawing/2014/main" id="{8AD0296B-7A1A-4F1E-9B12-89666609B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5640050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52627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52627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526273"/>
                </a:solidFill>
                <a:latin typeface="Noto Sans CJK KR"/>
                <a:ea typeface="Noto Sans CJK KR"/>
                <a:cs typeface="Noto Sans CJK KR"/>
              </a:rPr>
              <a:t>int / float / dict: Python 자료형</a:t>
            </a:r>
          </a:p>
        </p:txBody>
      </p:sp>
      <p:sp>
        <p:nvSpPr>
          <p:cNvPr id="89" name="글-87">
            <a:extLst xmlns:a="http://schemas.openxmlformats.org/drawingml/2006/main">
              <a:ext uri="{FF2B5EF4-FFF2-40B4-BE49-F238E27FC236}">
                <a16:creationId xmlns:a16="http://schemas.microsoft.com/office/drawing/2014/main" id="{0B053A47-91AF-45D9-A795-FA8322A4F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6040100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52627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52627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526273"/>
                </a:solidFill>
                <a:latin typeface="Noto Sans CJK KR"/>
                <a:ea typeface="Noto Sans CJK KR"/>
                <a:cs typeface="Noto Sans CJK KR"/>
              </a:rPr>
              <a:t>고정폭 ROS 자료형과 구분</a:t>
            </a:r>
          </a:p>
        </p:txBody>
      </p:sp>
      <p:sp>
        <p:nvSpPr>
          <p:cNvPr id="90" name="연결 지점-88">
            <a:extLst xmlns:a="http://schemas.openxmlformats.org/drawingml/2006/main">
              <a:ext uri="{FF2B5EF4-FFF2-40B4-BE49-F238E27FC236}">
                <a16:creationId xmlns:a16="http://schemas.microsoft.com/office/drawing/2014/main" id="{3EC5C176-2B95-4BB4-86BE-4E1268A93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0" y="3333750"/>
            <a:ext cx="9620250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73818C"/>
            </a:solidFill>
            <a:prstDash val="solid"/>
          </a:ln>
        </p:spPr>
      </p:sp>
      <p:sp>
        <p:nvSpPr>
          <p:cNvPr id="91" name="글-89">
            <a:extLst xmlns:a="http://schemas.openxmlformats.org/drawingml/2006/main">
              <a:ext uri="{FF2B5EF4-FFF2-40B4-BE49-F238E27FC236}">
                <a16:creationId xmlns:a16="http://schemas.microsoft.com/office/drawing/2014/main" id="{CC1CB4D1-D05B-4C98-B6AC-405EA588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88050" y="3448050"/>
            <a:ext cx="9201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75" b="1">
                <a:solidFill>
                  <a:srgbClr val="73818C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73818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75" b="1">
                <a:solidFill>
                  <a:srgbClr val="73818C"/>
                </a:solidFill>
                <a:latin typeface="Noto Sans CJK KR"/>
                <a:ea typeface="Noto Sans CJK KR"/>
                <a:cs typeface="Noto Sans CJK KR"/>
              </a:rPr>
              <a:t>extinguisher_pressure.py</a:t>
            </a:r>
          </a:p>
        </p:txBody>
      </p:sp>
      <p:sp>
        <p:nvSpPr>
          <p:cNvPr id="92" name="글-90">
            <a:extLst xmlns:a="http://schemas.openxmlformats.org/drawingml/2006/main">
              <a:ext uri="{FF2B5EF4-FFF2-40B4-BE49-F238E27FC236}">
                <a16:creationId xmlns:a16="http://schemas.microsoft.com/office/drawing/2014/main" id="{65FB8D65-F054-4F1B-A9CB-7E14CF60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88050" y="3924300"/>
            <a:ext cx="920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inspect_pressure(BGR, int bbox[4] xyxy, ...)</a:t>
            </a:r>
          </a:p>
        </p:txBody>
      </p:sp>
      <p:sp>
        <p:nvSpPr>
          <p:cNvPr id="93" name="글-91">
            <a:extLst xmlns:a="http://schemas.openxmlformats.org/drawingml/2006/main">
              <a:ext uri="{FF2B5EF4-FFF2-40B4-BE49-F238E27FC236}">
                <a16:creationId xmlns:a16="http://schemas.microsoft.com/office/drawing/2014/main" id="{0156A640-812F-4194-B268-DDCF89B5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88050" y="4286250"/>
            <a:ext cx="920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반환 dict: str status, bool/None needle_in_normal_range,</a:t>
            </a:r>
          </a:p>
        </p:txBody>
      </p:sp>
      <p:sp>
        <p:nvSpPr>
          <p:cNvPr id="94" name="글-92">
            <a:extLst xmlns:a="http://schemas.openxmlformats.org/drawingml/2006/main">
              <a:ext uri="{FF2B5EF4-FFF2-40B4-BE49-F238E27FC236}">
                <a16:creationId xmlns:a16="http://schemas.microsoft.com/office/drawing/2014/main" id="{046DFA25-CC36-403E-9FE3-688272767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88050" y="4648200"/>
            <a:ext cx="920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int needle_in_normal_pixels, float[2]/None dial_center</a:t>
            </a:r>
          </a:p>
        </p:txBody>
      </p:sp>
      <p:sp>
        <p:nvSpPr>
          <p:cNvPr id="95" name="연결 지점-93">
            <a:extLst xmlns:a="http://schemas.openxmlformats.org/drawingml/2006/main">
              <a:ext uri="{FF2B5EF4-FFF2-40B4-BE49-F238E27FC236}">
                <a16:creationId xmlns:a16="http://schemas.microsoft.com/office/drawing/2014/main" id="{A9438E6B-3271-4844-BAC2-1D62098A7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0" y="5476875"/>
            <a:ext cx="9620250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73818C"/>
            </a:solidFill>
            <a:prstDash val="solid"/>
          </a:ln>
        </p:spPr>
      </p:sp>
      <p:sp>
        <p:nvSpPr>
          <p:cNvPr id="96" name="글-94">
            <a:extLst xmlns:a="http://schemas.openxmlformats.org/drawingml/2006/main">
              <a:ext uri="{FF2B5EF4-FFF2-40B4-BE49-F238E27FC236}">
                <a16:creationId xmlns:a16="http://schemas.microsoft.com/office/drawing/2014/main" id="{96E86730-31E2-451B-AC33-84103CEC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88050" y="5591175"/>
            <a:ext cx="9201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75" b="1">
                <a:solidFill>
                  <a:srgbClr val="73818C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73818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75" b="1">
                <a:solidFill>
                  <a:srgbClr val="73818C"/>
                </a:solidFill>
                <a:latin typeface="Noto Sans CJK KR"/>
                <a:ea typeface="Noto Sans CJK KR"/>
                <a:cs typeface="Noto Sans CJK KR"/>
              </a:rPr>
              <a:t>exit_sign.py</a:t>
            </a:r>
          </a:p>
        </p:txBody>
      </p:sp>
      <p:sp>
        <p:nvSpPr>
          <p:cNvPr id="97" name="글-95">
            <a:extLst xmlns:a="http://schemas.openxmlformats.org/drawingml/2006/main">
              <a:ext uri="{FF2B5EF4-FFF2-40B4-BE49-F238E27FC236}">
                <a16:creationId xmlns:a16="http://schemas.microsoft.com/office/drawing/2014/main" id="{871BA280-581E-419C-959B-536113C1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88050" y="6067425"/>
            <a:ext cx="920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inspect(BGR, int bbox[4] xyxy, ...)</a:t>
            </a:r>
          </a:p>
        </p:txBody>
      </p:sp>
      <p:sp>
        <p:nvSpPr>
          <p:cNvPr id="98" name="글-96">
            <a:extLst xmlns:a="http://schemas.openxmlformats.org/drawingml/2006/main">
              <a:ext uri="{FF2B5EF4-FFF2-40B4-BE49-F238E27FC236}">
                <a16:creationId xmlns:a16="http://schemas.microsoft.com/office/drawing/2014/main" id="{33A31E1D-44C8-4BBF-9959-8F953AF6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88050" y="6429375"/>
            <a:ext cx="920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반환 dict: str status, str reason,</a:t>
            </a:r>
          </a:p>
        </p:txBody>
      </p:sp>
      <p:sp>
        <p:nvSpPr>
          <p:cNvPr id="99" name="글-97">
            <a:extLst xmlns:a="http://schemas.openxmlformats.org/drawingml/2006/main">
              <a:ext uri="{FF2B5EF4-FFF2-40B4-BE49-F238E27FC236}">
                <a16:creationId xmlns:a16="http://schemas.microsoft.com/office/drawing/2014/main" id="{07B06900-6AB8-46FD-8658-5E69280B2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88050" y="6791325"/>
            <a:ext cx="920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float y_median, float relative_contrast</a:t>
            </a:r>
          </a:p>
        </p:txBody>
      </p:sp>
      <p:sp>
        <p:nvSpPr>
          <p:cNvPr id="100" name="연결 지점-98">
            <a:extLst xmlns:a="http://schemas.openxmlformats.org/drawingml/2006/main">
              <a:ext uri="{FF2B5EF4-FFF2-40B4-BE49-F238E27FC236}">
                <a16:creationId xmlns:a16="http://schemas.microsoft.com/office/drawing/2014/main" id="{48086AEE-E15F-4799-BD0D-140024DD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0" y="7620000"/>
            <a:ext cx="9620250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73818C"/>
            </a:solidFill>
            <a:prstDash val="solid"/>
          </a:ln>
        </p:spPr>
      </p:sp>
      <p:sp>
        <p:nvSpPr>
          <p:cNvPr id="101" name="글-99">
            <a:extLst xmlns:a="http://schemas.openxmlformats.org/drawingml/2006/main">
              <a:ext uri="{FF2B5EF4-FFF2-40B4-BE49-F238E27FC236}">
                <a16:creationId xmlns:a16="http://schemas.microsoft.com/office/drawing/2014/main" id="{6BA2B36F-5775-4EEF-94B7-46647B38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88050" y="7734300"/>
            <a:ext cx="9201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75" b="1">
                <a:solidFill>
                  <a:srgbClr val="73818C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73818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75" b="1">
                <a:solidFill>
                  <a:srgbClr val="73818C"/>
                </a:solidFill>
                <a:latin typeface="Noto Sans CJK KR"/>
                <a:ea typeface="Noto Sans CJK KR"/>
                <a:cs typeface="Noto Sans CJK KR"/>
              </a:rPr>
              <a:t>rack_loading.py</a:t>
            </a:r>
          </a:p>
        </p:txBody>
      </p:sp>
      <p:sp>
        <p:nvSpPr>
          <p:cNvPr id="102" name="글-100">
            <a:extLst xmlns:a="http://schemas.openxmlformats.org/drawingml/2006/main">
              <a:ext uri="{FF2B5EF4-FFF2-40B4-BE49-F238E27FC236}">
                <a16:creationId xmlns:a16="http://schemas.microsoft.com/office/drawing/2014/main" id="{A0EE807C-F671-4EE9-9940-60AB74C42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88050" y="8210550"/>
            <a:ext cx="920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inspect_loading(list[dict] racks, boxes, image_shape, ...)</a:t>
            </a:r>
          </a:p>
        </p:txBody>
      </p:sp>
      <p:sp>
        <p:nvSpPr>
          <p:cNvPr id="103" name="글-101">
            <a:extLst xmlns:a="http://schemas.openxmlformats.org/drawingml/2006/main">
              <a:ext uri="{FF2B5EF4-FFF2-40B4-BE49-F238E27FC236}">
                <a16:creationId xmlns:a16="http://schemas.microsoft.com/office/drawing/2014/main" id="{46A37C93-B98F-4F5A-8156-C10376A0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88050" y="8572500"/>
            <a:ext cx="920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입력 float bbox[4], float confidence / 반환 str status,</a:t>
            </a:r>
          </a:p>
        </p:txBody>
      </p:sp>
      <p:sp>
        <p:nvSpPr>
          <p:cNvPr id="104" name="글-102">
            <a:extLst xmlns:a="http://schemas.openxmlformats.org/drawingml/2006/main">
              <a:ext uri="{FF2B5EF4-FFF2-40B4-BE49-F238E27FC236}">
                <a16:creationId xmlns:a16="http://schemas.microsoft.com/office/drawing/2014/main" id="{0A236C15-DE7E-4CF4-9AD8-5762C20E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88050" y="8934450"/>
            <a:ext cx="920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list[str] directions, dict[str,float] overflow_px/ratio</a:t>
            </a:r>
          </a:p>
        </p:txBody>
      </p:sp>
      <p:sp>
        <p:nvSpPr>
          <p:cNvPr id="105" name="연결 지점-103">
            <a:extLst xmlns:a="http://schemas.openxmlformats.org/drawingml/2006/main">
              <a:ext uri="{FF2B5EF4-FFF2-40B4-BE49-F238E27FC236}">
                <a16:creationId xmlns:a16="http://schemas.microsoft.com/office/drawing/2014/main" id="{AE29B43A-88C2-4185-B6DB-2B90B6C2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0" y="9763125"/>
            <a:ext cx="96202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73818C"/>
            </a:solidFill>
            <a:prstDash val="solid"/>
          </a:ln>
        </p:spPr>
      </p:sp>
      <p:sp>
        <p:nvSpPr>
          <p:cNvPr id="106" name="글-104">
            <a:extLst xmlns:a="http://schemas.openxmlformats.org/drawingml/2006/main">
              <a:ext uri="{FF2B5EF4-FFF2-40B4-BE49-F238E27FC236}">
                <a16:creationId xmlns:a16="http://schemas.microsoft.com/office/drawing/2014/main" id="{51386B27-475D-476B-99AB-A89F9FEF7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88050" y="9877425"/>
            <a:ext cx="9201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75" b="1">
                <a:solidFill>
                  <a:srgbClr val="73818C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73818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75" b="1">
                <a:solidFill>
                  <a:srgbClr val="73818C"/>
                </a:solidFill>
                <a:latin typeface="Noto Sans CJK KR"/>
                <a:ea typeface="Noto Sans CJK KR"/>
                <a:cs typeface="Noto Sans CJK KR"/>
              </a:rPr>
              <a:t>extinguisher_aruco.py</a:t>
            </a:r>
          </a:p>
        </p:txBody>
      </p:sp>
      <p:sp>
        <p:nvSpPr>
          <p:cNvPr id="107" name="글-105">
            <a:extLst xmlns:a="http://schemas.openxmlformats.org/drawingml/2006/main">
              <a:ext uri="{FF2B5EF4-FFF2-40B4-BE49-F238E27FC236}">
                <a16:creationId xmlns:a16="http://schemas.microsoft.com/office/drawing/2014/main" id="{6E04637B-E979-496E-8B43-8BD325AD9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88050" y="10353675"/>
            <a:ext cx="920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ExtinguisherAruco.inspect(BGR, extinguishers)</a:t>
            </a:r>
          </a:p>
        </p:txBody>
      </p:sp>
      <p:sp>
        <p:nvSpPr>
          <p:cNvPr id="108" name="글-106">
            <a:extLst xmlns:a="http://schemas.openxmlformats.org/drawingml/2006/main">
              <a:ext uri="{FF2B5EF4-FFF2-40B4-BE49-F238E27FC236}">
                <a16:creationId xmlns:a16="http://schemas.microsoft.com/office/drawing/2014/main" id="{42C98649-6C66-4452-95CA-22D7975D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88050" y="10715625"/>
            <a:ext cx="920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반환 list[dict]: int marker_id, float corners[4][2] px</a:t>
            </a:r>
          </a:p>
        </p:txBody>
      </p:sp>
      <p:sp>
        <p:nvSpPr>
          <p:cNvPr id="109" name="글-107">
            <a:extLst xmlns:a="http://schemas.openxmlformats.org/drawingml/2006/main">
              <a:ext uri="{FF2B5EF4-FFF2-40B4-BE49-F238E27FC236}">
                <a16:creationId xmlns:a16="http://schemas.microsoft.com/office/drawing/2014/main" id="{C5BFF704-16BE-41D3-8BFA-8C2DE6A7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88050" y="11077575"/>
            <a:ext cx="920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표시·로그만 사용 / 제조·만료 정보는 더미</a:t>
            </a:r>
          </a:p>
        </p:txBody>
      </p:sp>
      <p:sp>
        <p:nvSpPr>
          <p:cNvPr id="110" name="연결 지점-108">
            <a:extLst xmlns:a="http://schemas.openxmlformats.org/drawingml/2006/main">
              <a:ext uri="{FF2B5EF4-FFF2-40B4-BE49-F238E27FC236}">
                <a16:creationId xmlns:a16="http://schemas.microsoft.com/office/drawing/2014/main" id="{8BF6E1BD-91BA-4866-A440-A1F49F73D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0" y="11811000"/>
            <a:ext cx="96202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73818C"/>
            </a:solidFill>
            <a:prstDash val="solid"/>
          </a:ln>
        </p:spPr>
      </p:sp>
      <p:sp>
        <p:nvSpPr>
          <p:cNvPr id="111" name="글-109">
            <a:extLst xmlns:a="http://schemas.openxmlformats.org/drawingml/2006/main">
              <a:ext uri="{FF2B5EF4-FFF2-40B4-BE49-F238E27FC236}">
                <a16:creationId xmlns:a16="http://schemas.microsoft.com/office/drawing/2014/main" id="{F8CB58AA-537E-4181-9311-4616A7AE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88050" y="11925300"/>
            <a:ext cx="9201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75" b="1">
                <a:solidFill>
                  <a:srgbClr val="73818C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73818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75" b="1">
                <a:solidFill>
                  <a:srgbClr val="73818C"/>
                </a:solidFill>
                <a:latin typeface="Noto Sans CJK KR"/>
                <a:ea typeface="Noto Sans CJK KR"/>
                <a:cs typeface="Noto Sans CJK KR"/>
              </a:rPr>
              <a:t>rack_conditioner.py (별도 inspect_rack 모드)</a:t>
            </a:r>
          </a:p>
        </p:txBody>
      </p:sp>
      <p:sp>
        <p:nvSpPr>
          <p:cNvPr id="112" name="글-110">
            <a:extLst xmlns:a="http://schemas.openxmlformats.org/drawingml/2006/main">
              <a:ext uri="{FF2B5EF4-FFF2-40B4-BE49-F238E27FC236}">
                <a16:creationId xmlns:a16="http://schemas.microsoft.com/office/drawing/2014/main" id="{29B70905-F34C-4C7F-BF79-A9F1E306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88050" y="12401550"/>
            <a:ext cx="920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inspect_rack(ROI BGR, npz 기준 dict, ...) → dict</a:t>
            </a:r>
          </a:p>
        </p:txBody>
      </p:sp>
      <p:sp>
        <p:nvSpPr>
          <p:cNvPr id="113" name="글-111">
            <a:extLst xmlns:a="http://schemas.openxmlformats.org/drawingml/2006/main">
              <a:ext uri="{FF2B5EF4-FFF2-40B4-BE49-F238E27FC236}">
                <a16:creationId xmlns:a16="http://schemas.microsoft.com/office/drawing/2014/main" id="{DCC1BE48-D6E1-46BE-9180-4FED8E7E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88050" y="12763500"/>
            <a:ext cx="920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반환 verdict, protrusions[].bbox:int[4] (x,y,w,h px)</a:t>
            </a:r>
          </a:p>
        </p:txBody>
      </p:sp>
      <p:sp>
        <p:nvSpPr>
          <p:cNvPr id="114" name="글-112">
            <a:extLst xmlns:a="http://schemas.openxmlformats.org/drawingml/2006/main">
              <a:ext uri="{FF2B5EF4-FFF2-40B4-BE49-F238E27FC236}">
                <a16:creationId xmlns:a16="http://schemas.microsoft.com/office/drawing/2014/main" id="{192D471D-E883-4042-82DB-CCAA308D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88050" y="13125450"/>
            <a:ext cx="920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다른 모드와 동시 실행 불가</a:t>
            </a:r>
          </a:p>
        </p:txBody>
      </p:sp>
      <p:sp>
        <p:nvSpPr>
          <p:cNvPr id="115" name="연결 지점-113">
            <a:extLst xmlns:a="http://schemas.openxmlformats.org/drawingml/2006/main">
              <a:ext uri="{FF2B5EF4-FFF2-40B4-BE49-F238E27FC236}">
                <a16:creationId xmlns:a16="http://schemas.microsoft.com/office/drawing/2014/main" id="{C82A9592-3557-4976-B6D4-6208473B8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0" y="13858875"/>
            <a:ext cx="9620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73818C"/>
            </a:solidFill>
            <a:prstDash val="solid"/>
          </a:ln>
        </p:spPr>
      </p:sp>
      <p:sp>
        <p:nvSpPr>
          <p:cNvPr id="116" name="글-114">
            <a:extLst xmlns:a="http://schemas.openxmlformats.org/drawingml/2006/main">
              <a:ext uri="{FF2B5EF4-FFF2-40B4-BE49-F238E27FC236}">
                <a16:creationId xmlns:a16="http://schemas.microsoft.com/office/drawing/2014/main" id="{A6A92EBC-7F3E-4AAA-B2B6-F4121CFAA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88050" y="13973175"/>
            <a:ext cx="9201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75" b="1">
                <a:solidFill>
                  <a:srgbClr val="73818C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73818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75" b="1">
                <a:solidFill>
                  <a:srgbClr val="73818C"/>
                </a:solidFill>
                <a:latin typeface="Noto Sans CJK KR"/>
                <a:ea typeface="Noto Sans CJK KR"/>
                <a:cs typeface="Noto Sans CJK KR"/>
              </a:rPr>
              <a:t>shutter_obstacle.py</a:t>
            </a:r>
          </a:p>
        </p:txBody>
      </p:sp>
      <p:sp>
        <p:nvSpPr>
          <p:cNvPr id="117" name="글-115">
            <a:extLst xmlns:a="http://schemas.openxmlformats.org/drawingml/2006/main">
              <a:ext uri="{FF2B5EF4-FFF2-40B4-BE49-F238E27FC236}">
                <a16:creationId xmlns:a16="http://schemas.microsoft.com/office/drawing/2014/main" id="{88708D0F-C203-43C2-A22D-061ACCE9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88050" y="14449425"/>
            <a:ext cx="920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보정 dict → depth_for_rgb(): depth float64[H,W] m,</a:t>
            </a:r>
          </a:p>
        </p:txBody>
      </p:sp>
      <p:sp>
        <p:nvSpPr>
          <p:cNvPr id="118" name="글-116">
            <a:extLst xmlns:a="http://schemas.openxmlformats.org/drawingml/2006/main">
              <a:ext uri="{FF2B5EF4-FFF2-40B4-BE49-F238E27FC236}">
                <a16:creationId xmlns:a16="http://schemas.microsoft.com/office/drawing/2014/main" id="{5B742389-20A4-496D-BDFF-31D45228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88050" y="14811375"/>
            <a:ext cx="920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rays float64[H,W,3] / inspect(): XYZ float64[N,3] m</a:t>
            </a:r>
          </a:p>
        </p:txBody>
      </p:sp>
      <p:sp>
        <p:nvSpPr>
          <p:cNvPr id="119" name="글-117">
            <a:extLst xmlns:a="http://schemas.openxmlformats.org/drawingml/2006/main">
              <a:ext uri="{FF2B5EF4-FFF2-40B4-BE49-F238E27FC236}">
                <a16:creationId xmlns:a16="http://schemas.microsoft.com/office/drawing/2014/main" id="{A92D9625-6145-43CB-8DC7-459F87E4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88050" y="15173325"/>
            <a:ext cx="920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plane float64[4] (a,b,c,d) / obstacles[] dict</a:t>
            </a:r>
          </a:p>
        </p:txBody>
      </p:sp>
      <p:sp>
        <p:nvSpPr>
          <p:cNvPr id="120" name="글-118">
            <a:extLst xmlns:a="http://schemas.openxmlformats.org/drawingml/2006/main">
              <a:ext uri="{FF2B5EF4-FFF2-40B4-BE49-F238E27FC236}">
                <a16:creationId xmlns:a16="http://schemas.microsoft.com/office/drawing/2014/main" id="{87E6E691-2050-4E59-9A40-22492FE5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88050" y="15535275"/>
            <a:ext cx="920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bbox:int[4] xyxy px, point_count:int, height_p90_m:float (m)</a:t>
            </a:r>
          </a:p>
        </p:txBody>
      </p:sp>
      <p:sp>
        <p:nvSpPr>
          <p:cNvPr id="121" name="글-119">
            <a:extLst xmlns:a="http://schemas.openxmlformats.org/drawingml/2006/main">
              <a:ext uri="{FF2B5EF4-FFF2-40B4-BE49-F238E27FC236}">
                <a16:creationId xmlns:a16="http://schemas.microsoft.com/office/drawing/2014/main" id="{F94CD890-2E0E-49A5-A968-28345A0B3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88050" y="15897225"/>
            <a:ext cx="920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footprint_area_m2:float (m²) / 높이=max(구역, 물체 전체) p90</a:t>
            </a:r>
          </a:p>
        </p:txBody>
      </p:sp>
      <p:sp>
        <p:nvSpPr>
          <p:cNvPr id="122" name="글-120">
            <a:extLst xmlns:a="http://schemas.openxmlformats.org/drawingml/2006/main">
              <a:ext uri="{FF2B5EF4-FFF2-40B4-BE49-F238E27FC236}">
                <a16:creationId xmlns:a16="http://schemas.microsoft.com/office/drawing/2014/main" id="{0C620296-09A6-4B91-AE71-BE2436C3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88050" y="16259175"/>
            <a:ext cx="920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stabilize_report(): 서로 다른 Depth 3장 + 0.5s 확인</a:t>
            </a:r>
          </a:p>
        </p:txBody>
      </p:sp>
      <p:sp>
        <p:nvSpPr>
          <p:cNvPr id="123" name="글-121">
            <a:extLst xmlns:a="http://schemas.openxmlformats.org/drawingml/2006/main">
              <a:ext uri="{FF2B5EF4-FFF2-40B4-BE49-F238E27FC236}">
                <a16:creationId xmlns:a16="http://schemas.microsoft.com/office/drawing/2014/main" id="{947EA5F5-1C8F-45D1-ABBA-ECB4FE29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88050" y="16621125"/>
            <a:ext cx="920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report_details(): 표시용 배열을 뺀 dict → manager</a:t>
            </a:r>
          </a:p>
        </p:txBody>
      </p:sp>
      <p:sp>
        <p:nvSpPr>
          <p:cNvPr id="128" name="화살표 끝-126">
            <a:extLst xmlns:a="http://schemas.openxmlformats.org/drawingml/2006/main">
              <a:ext uri="{FF2B5EF4-FFF2-40B4-BE49-F238E27FC236}">
                <a16:creationId xmlns:a16="http://schemas.microsoft.com/office/drawing/2014/main" id="{E58AD812-7814-414A-B343-26773809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6575" y="4205288"/>
            <a:ext cx="161925" cy="114300"/>
          </a:xfrm>
          <a:custGeom xmlns:a="http://schemas.openxmlformats.org/drawingml/2006/main">
            <a:pathLst>
              <a:path w="161925" h="114300">
                <a:moveTo>
                  <a:pt x="161925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73818C"/>
          </a:solidFill>
          <a:ln xmlns:a="http://schemas.openxmlformats.org/drawingml/2006/main" w="0">
            <a:noFill/>
          </a:ln>
        </p:spPr>
      </p:sp>
      <p:sp>
        <p:nvSpPr>
          <p:cNvPr id="131" name="화살표 끝-129">
            <a:extLst xmlns:a="http://schemas.openxmlformats.org/drawingml/2006/main">
              <a:ext uri="{FF2B5EF4-FFF2-40B4-BE49-F238E27FC236}">
                <a16:creationId xmlns:a16="http://schemas.microsoft.com/office/drawing/2014/main" id="{C434D00A-DC5E-49E0-A9D1-F7676C719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6575" y="6348413"/>
            <a:ext cx="161925" cy="114300"/>
          </a:xfrm>
          <a:custGeom xmlns:a="http://schemas.openxmlformats.org/drawingml/2006/main">
            <a:pathLst>
              <a:path w="161925" h="114300">
                <a:moveTo>
                  <a:pt x="161925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73818C"/>
          </a:solidFill>
          <a:ln xmlns:a="http://schemas.openxmlformats.org/drawingml/2006/main" w="0">
            <a:noFill/>
          </a:ln>
        </p:spPr>
      </p:sp>
      <p:sp>
        <p:nvSpPr>
          <p:cNvPr id="134" name="화살표 끝-132">
            <a:extLst xmlns:a="http://schemas.openxmlformats.org/drawingml/2006/main">
              <a:ext uri="{FF2B5EF4-FFF2-40B4-BE49-F238E27FC236}">
                <a16:creationId xmlns:a16="http://schemas.microsoft.com/office/drawing/2014/main" id="{81EAEA08-416C-4DE5-8A21-C55E0488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6575" y="8491538"/>
            <a:ext cx="161925" cy="114300"/>
          </a:xfrm>
          <a:custGeom xmlns:a="http://schemas.openxmlformats.org/drawingml/2006/main">
            <a:pathLst>
              <a:path w="161925" h="114300">
                <a:moveTo>
                  <a:pt x="161925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73818C"/>
          </a:solidFill>
          <a:ln xmlns:a="http://schemas.openxmlformats.org/drawingml/2006/main" w="0">
            <a:noFill/>
          </a:ln>
        </p:spPr>
      </p:sp>
      <p:sp>
        <p:nvSpPr>
          <p:cNvPr id="137" name="화살표 끝-135">
            <a:extLst xmlns:a="http://schemas.openxmlformats.org/drawingml/2006/main">
              <a:ext uri="{FF2B5EF4-FFF2-40B4-BE49-F238E27FC236}">
                <a16:creationId xmlns:a16="http://schemas.microsoft.com/office/drawing/2014/main" id="{B6EC0D7B-A185-4AD4-AA40-F41FE741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6575" y="10587038"/>
            <a:ext cx="161925" cy="114300"/>
          </a:xfrm>
          <a:custGeom xmlns:a="http://schemas.openxmlformats.org/drawingml/2006/main">
            <a:pathLst>
              <a:path w="161925" h="114300">
                <a:moveTo>
                  <a:pt x="161925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73818C"/>
          </a:solidFill>
          <a:ln xmlns:a="http://schemas.openxmlformats.org/drawingml/2006/main" w="0">
            <a:noFill/>
          </a:ln>
        </p:spPr>
      </p:sp>
      <p:sp>
        <p:nvSpPr>
          <p:cNvPr id="140" name="화살표 끝-138">
            <a:extLst xmlns:a="http://schemas.openxmlformats.org/drawingml/2006/main">
              <a:ext uri="{FF2B5EF4-FFF2-40B4-BE49-F238E27FC236}">
                <a16:creationId xmlns:a16="http://schemas.microsoft.com/office/drawing/2014/main" id="{E909E6AC-801D-4226-9255-3C9328790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6575" y="12634913"/>
            <a:ext cx="161925" cy="114300"/>
          </a:xfrm>
          <a:custGeom xmlns:a="http://schemas.openxmlformats.org/drawingml/2006/main">
            <a:pathLst>
              <a:path w="161925" h="114300">
                <a:moveTo>
                  <a:pt x="161925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73818C"/>
          </a:solidFill>
          <a:ln xmlns:a="http://schemas.openxmlformats.org/drawingml/2006/main" w="0">
            <a:noFill/>
          </a:ln>
        </p:spPr>
      </p:sp>
      <p:sp>
        <p:nvSpPr>
          <p:cNvPr id="143" name="화살표 끝-141">
            <a:extLst xmlns:a="http://schemas.openxmlformats.org/drawingml/2006/main">
              <a:ext uri="{FF2B5EF4-FFF2-40B4-BE49-F238E27FC236}">
                <a16:creationId xmlns:a16="http://schemas.microsoft.com/office/drawing/2014/main" id="{22B6FC24-A2B6-4AC1-A026-0400382C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16575" y="15373350"/>
            <a:ext cx="161925" cy="114300"/>
          </a:xfrm>
          <a:custGeom xmlns:a="http://schemas.openxmlformats.org/drawingml/2006/main">
            <a:pathLst>
              <a:path w="161925" h="114300">
                <a:moveTo>
                  <a:pt x="161925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73818C"/>
          </a:solidFill>
          <a:ln xmlns:a="http://schemas.openxmlformats.org/drawingml/2006/main" w="0">
            <a:noFill/>
          </a:ln>
        </p:spPr>
      </p:sp>
      <p:sp>
        <p:nvSpPr>
          <p:cNvPr id="147" name="화살표 끝-145">
            <a:extLst xmlns:a="http://schemas.openxmlformats.org/drawingml/2006/main">
              <a:ext uri="{FF2B5EF4-FFF2-40B4-BE49-F238E27FC236}">
                <a16:creationId xmlns:a16="http://schemas.microsoft.com/office/drawing/2014/main" id="{8D1BE9DD-DD39-4EC0-9F92-4215C773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65575" y="4200525"/>
            <a:ext cx="161925" cy="114300"/>
          </a:xfrm>
          <a:custGeom xmlns:a="http://schemas.openxmlformats.org/drawingml/2006/main">
            <a:pathLst>
              <a:path w="161925" h="114300">
                <a:moveTo>
                  <a:pt x="161925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 xmlns:a="http://schemas.openxmlformats.org/drawingml/2006/main">
            <a:srgbClr val="73818C"/>
          </a:solidFill>
          <a:ln xmlns:a="http://schemas.openxmlformats.org/drawingml/2006/main" w="0">
            <a:noFill/>
          </a:ln>
        </p:spPr>
      </p:sp>
      <p:sp>
        <p:nvSpPr>
          <p:cNvPr id="148" name="글-146">
            <a:extLst xmlns:a="http://schemas.openxmlformats.org/drawingml/2006/main">
              <a:ext uri="{FF2B5EF4-FFF2-40B4-BE49-F238E27FC236}">
                <a16:creationId xmlns:a16="http://schemas.microsoft.com/office/drawing/2014/main" id="{183C9E09-6445-4FA0-8086-729AA47D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0" y="15744825"/>
            <a:ext cx="114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73818C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73818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73818C"/>
                </a:solidFill>
                <a:latin typeface="Noto Sans CJK KR"/>
                <a:ea typeface="Noto Sans CJK KR"/>
                <a:cs typeface="Noto Sans CJK KR"/>
              </a:rPr>
              <a:t>호출</a:t>
            </a:r>
          </a:p>
        </p:txBody>
      </p:sp>
      <p:sp>
        <p:nvSpPr>
          <p:cNvPr id="149" name="글-147">
            <a:extLst xmlns:a="http://schemas.openxmlformats.org/drawingml/2006/main">
              <a:ext uri="{FF2B5EF4-FFF2-40B4-BE49-F238E27FC236}">
                <a16:creationId xmlns:a16="http://schemas.microsoft.com/office/drawing/2014/main" id="{D341441A-7BB1-4F1C-82C0-4A5383F7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98775" y="15840075"/>
            <a:ext cx="1143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73818C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73818C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1">
                <a:solidFill>
                  <a:srgbClr val="73818C"/>
                </a:solidFill>
                <a:latin typeface="Noto Sans CJK KR"/>
                <a:ea typeface="Noto Sans CJK KR"/>
                <a:cs typeface="Noto Sans CJK KR"/>
              </a:rPr>
              <a:t>반환</a:t>
            </a:r>
          </a:p>
        </p:txBody>
      </p:sp>
      <p:sp>
        <p:nvSpPr>
          <p:cNvPr id="150" name="연결 지점-148">
            <a:extLst xmlns:a="http://schemas.openxmlformats.org/drawingml/2006/main">
              <a:ext uri="{FF2B5EF4-FFF2-40B4-BE49-F238E27FC236}">
                <a16:creationId xmlns:a16="http://schemas.microsoft.com/office/drawing/2014/main" id="{339FB066-CE88-469C-ABA1-A4701547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0" y="3333750"/>
            <a:ext cx="64389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8F4"/>
          </a:solidFill>
          <a:ln xmlns:a="http://schemas.openxmlformats.org/drawingml/2006/main" w="23813">
            <a:solidFill>
              <a:srgbClr val="087F68"/>
            </a:solidFill>
            <a:prstDash val="solid"/>
          </a:ln>
        </p:spPr>
      </p:sp>
      <p:sp>
        <p:nvSpPr>
          <p:cNvPr id="151" name="글-149">
            <a:extLst xmlns:a="http://schemas.openxmlformats.org/drawingml/2006/main">
              <a:ext uri="{FF2B5EF4-FFF2-40B4-BE49-F238E27FC236}">
                <a16:creationId xmlns:a16="http://schemas.microsoft.com/office/drawing/2014/main" id="{043A7F12-8398-456C-A749-D7391D80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37050" y="3448050"/>
            <a:ext cx="6019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087F6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087F6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1">
                <a:solidFill>
                  <a:srgbClr val="087F68"/>
                </a:solidFill>
                <a:latin typeface="Noto Sans CJK KR"/>
                <a:ea typeface="Noto Sans CJK KR"/>
                <a:cs typeface="Noto Sans CJK KR"/>
              </a:rPr>
              <a:t>scv_detection_manager.py</a:t>
            </a:r>
          </a:p>
        </p:txBody>
      </p:sp>
      <p:sp>
        <p:nvSpPr>
          <p:cNvPr id="152" name="글-150">
            <a:extLst xmlns:a="http://schemas.openxmlformats.org/drawingml/2006/main">
              <a:ext uri="{FF2B5EF4-FFF2-40B4-BE49-F238E27FC236}">
                <a16:creationId xmlns:a16="http://schemas.microsoft.com/office/drawing/2014/main" id="{EB666BE4-CAFB-452E-918C-AF275FBDA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37050" y="3924300"/>
            <a:ext cx="601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dict / list[dict] 반환값 수집</a:t>
            </a:r>
          </a:p>
        </p:txBody>
      </p:sp>
      <p:sp>
        <p:nvSpPr>
          <p:cNvPr id="153" name="글-151">
            <a:extLst xmlns:a="http://schemas.openxmlformats.org/drawingml/2006/main">
              <a:ext uri="{FF2B5EF4-FFF2-40B4-BE49-F238E27FC236}">
                <a16:creationId xmlns:a16="http://schemas.microsoft.com/office/drawing/2014/main" id="{F28257F2-1557-4B2F-B765-B2189306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37050" y="4324350"/>
            <a:ext cx="601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_collect_yolo_defects() / 셔터·랙 확인</a:t>
            </a:r>
          </a:p>
        </p:txBody>
      </p:sp>
      <p:sp>
        <p:nvSpPr>
          <p:cNvPr id="154" name="글-152">
            <a:extLst xmlns:a="http://schemas.openxmlformats.org/drawingml/2006/main">
              <a:ext uri="{FF2B5EF4-FFF2-40B4-BE49-F238E27FC236}">
                <a16:creationId xmlns:a16="http://schemas.microsoft.com/office/drawing/2014/main" id="{1ADE21C1-D536-44F2-9BE8-6BFD6E37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37050" y="4724400"/>
            <a:ext cx="601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JSON 문자열 변환 + 표시 영상 합성</a:t>
            </a:r>
          </a:p>
        </p:txBody>
      </p:sp>
      <p:sp>
        <p:nvSpPr>
          <p:cNvPr id="155" name="글-153">
            <a:extLst xmlns:a="http://schemas.openxmlformats.org/drawingml/2006/main">
              <a:ext uri="{FF2B5EF4-FFF2-40B4-BE49-F238E27FC236}">
                <a16:creationId xmlns:a16="http://schemas.microsoft.com/office/drawing/2014/main" id="{0136EF1C-94AA-4BC9-BF10-5E2EBF00D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37050" y="5124450"/>
            <a:ext cx="601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ArUco 결과는 화면·로그로만 사용</a:t>
            </a:r>
          </a:p>
        </p:txBody>
      </p:sp>
      <p:sp>
        <p:nvSpPr>
          <p:cNvPr id="157" name="화살표 끝-155">
            <a:extLst xmlns:a="http://schemas.openxmlformats.org/drawingml/2006/main">
              <a:ext uri="{FF2B5EF4-FFF2-40B4-BE49-F238E27FC236}">
                <a16:creationId xmlns:a16="http://schemas.microsoft.com/office/drawing/2014/main" id="{CB19A751-3451-45FA-B923-6C4584DE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89800" y="6124575"/>
            <a:ext cx="114300" cy="161925"/>
          </a:xfrm>
          <a:custGeom xmlns:a="http://schemas.openxmlformats.org/drawingml/2006/main">
            <a:pathLst>
              <a:path w="114300" h="161925">
                <a:moveTo>
                  <a:pt x="57150" y="161925"/>
                </a:moveTo>
                <a:lnTo>
                  <a:pt x="1143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766A4"/>
          </a:solidFill>
          <a:ln xmlns:a="http://schemas.openxmlformats.org/drawingml/2006/main" w="0">
            <a:noFill/>
          </a:ln>
        </p:spPr>
      </p:sp>
      <p:sp>
        <p:nvSpPr>
          <p:cNvPr id="158" name="연결 지점-156">
            <a:extLst xmlns:a="http://schemas.openxmlformats.org/drawingml/2006/main">
              <a:ext uri="{FF2B5EF4-FFF2-40B4-BE49-F238E27FC236}">
                <a16:creationId xmlns:a16="http://schemas.microsoft.com/office/drawing/2014/main" id="{B8DF8BC9-6C31-4BDC-B75D-CD0D2EFA7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0" y="6286500"/>
            <a:ext cx="6438900" cy="557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766A4"/>
            </a:solidFill>
            <a:prstDash val="solid"/>
          </a:ln>
        </p:spPr>
      </p:sp>
      <p:sp>
        <p:nvSpPr>
          <p:cNvPr id="159" name="글-157">
            <a:extLst xmlns:a="http://schemas.openxmlformats.org/drawingml/2006/main">
              <a:ext uri="{FF2B5EF4-FFF2-40B4-BE49-F238E27FC236}">
                <a16:creationId xmlns:a16="http://schemas.microsoft.com/office/drawing/2014/main" id="{037F5D80-0651-46D8-BDBF-60A80AC1D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37050" y="6400800"/>
            <a:ext cx="6019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1766A4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766A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550" b="1">
                <a:solidFill>
                  <a:srgbClr val="1766A4"/>
                </a:solidFill>
                <a:latin typeface="Noto Sans CJK KR"/>
                <a:ea typeface="Noto Sans CJK KR"/>
                <a:cs typeface="Noto Sans CJK KR"/>
              </a:rPr>
              <a:t>/{robot3,robot4}/inspect/result</a:t>
            </a:r>
          </a:p>
        </p:txBody>
      </p:sp>
      <p:sp>
        <p:nvSpPr>
          <p:cNvPr id="160" name="글-158">
            <a:extLst xmlns:a="http://schemas.openxmlformats.org/drawingml/2006/main">
              <a:ext uri="{FF2B5EF4-FFF2-40B4-BE49-F238E27FC236}">
                <a16:creationId xmlns:a16="http://schemas.microsoft.com/office/drawing/2014/main" id="{CCBD9AAA-5351-43D8-B204-341C0BCE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37050" y="6877050"/>
            <a:ext cx="601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scv_msgs/msg/InspectionResult</a:t>
            </a:r>
          </a:p>
        </p:txBody>
      </p:sp>
      <p:sp>
        <p:nvSpPr>
          <p:cNvPr id="161" name="글-159">
            <a:extLst xmlns:a="http://schemas.openxmlformats.org/drawingml/2006/main">
              <a:ext uri="{FF2B5EF4-FFF2-40B4-BE49-F238E27FC236}">
                <a16:creationId xmlns:a16="http://schemas.microsoft.com/office/drawing/2014/main" id="{64B8F1B8-F3AE-41BC-B6D7-60E2B196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37050" y="7277100"/>
            <a:ext cx="601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정의 파일: scv_msgs/msg/InspectionResult.msg</a:t>
            </a:r>
          </a:p>
        </p:txBody>
      </p:sp>
      <p:sp>
        <p:nvSpPr>
          <p:cNvPr id="162" name="글-160">
            <a:extLst xmlns:a="http://schemas.openxmlformats.org/drawingml/2006/main">
              <a:ext uri="{FF2B5EF4-FFF2-40B4-BE49-F238E27FC236}">
                <a16:creationId xmlns:a16="http://schemas.microsoft.com/office/drawing/2014/main" id="{6C7A1461-6B61-40C4-BCDE-5B1102D8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37050" y="7677150"/>
            <a:ext cx="601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_publish_defects(): 확정 ABNORMAL만 발행</a:t>
            </a:r>
          </a:p>
        </p:txBody>
      </p:sp>
      <p:sp>
        <p:nvSpPr>
          <p:cNvPr id="163" name="글-161">
            <a:extLst xmlns:a="http://schemas.openxmlformats.org/drawingml/2006/main">
              <a:ext uri="{FF2B5EF4-FFF2-40B4-BE49-F238E27FC236}">
                <a16:creationId xmlns:a16="http://schemas.microsoft.com/office/drawing/2014/main" id="{A04AB301-308F-49D4-9175-0499B85F9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37050" y="8077200"/>
            <a:ext cx="601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stamp: Time {int32 sec, uint32 nanosec}</a:t>
            </a:r>
          </a:p>
        </p:txBody>
      </p:sp>
      <p:sp>
        <p:nvSpPr>
          <p:cNvPr id="164" name="글-162">
            <a:extLst xmlns:a="http://schemas.openxmlformats.org/drawingml/2006/main">
              <a:ext uri="{FF2B5EF4-FFF2-40B4-BE49-F238E27FC236}">
                <a16:creationId xmlns:a16="http://schemas.microsoft.com/office/drawing/2014/main" id="{3483B923-225A-4E6A-BA0F-064BECB1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37050" y="8477250"/>
            <a:ext cx="601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string robot_id = "robot3" 또는 "robot4"</a:t>
            </a:r>
          </a:p>
        </p:txBody>
      </p:sp>
      <p:sp>
        <p:nvSpPr>
          <p:cNvPr id="165" name="글-163">
            <a:extLst xmlns:a="http://schemas.openxmlformats.org/drawingml/2006/main">
              <a:ext uri="{FF2B5EF4-FFF2-40B4-BE49-F238E27FC236}">
                <a16:creationId xmlns:a16="http://schemas.microsoft.com/office/drawing/2014/main" id="{6074A929-7E59-468B-B452-6E979BF2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37050" y="8877300"/>
            <a:ext cx="601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uint8 kind = 1 소화기 / 2 셔터 / 3 유도등 / 4 랙</a:t>
            </a:r>
          </a:p>
        </p:txBody>
      </p:sp>
      <p:sp>
        <p:nvSpPr>
          <p:cNvPr id="166" name="글-164">
            <a:extLst xmlns:a="http://schemas.openxmlformats.org/drawingml/2006/main">
              <a:ext uri="{FF2B5EF4-FFF2-40B4-BE49-F238E27FC236}">
                <a16:creationId xmlns:a16="http://schemas.microsoft.com/office/drawing/2014/main" id="{A959ADD2-59FD-450C-ABB1-A84301C6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37050" y="9277350"/>
            <a:ext cx="601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uint8 verdict = 4 · uint8 attempts = 1</a:t>
            </a:r>
          </a:p>
        </p:txBody>
      </p:sp>
      <p:sp>
        <p:nvSpPr>
          <p:cNvPr id="167" name="글-165">
            <a:extLst xmlns:a="http://schemas.openxmlformats.org/drawingml/2006/main">
              <a:ext uri="{FF2B5EF4-FFF2-40B4-BE49-F238E27FC236}">
                <a16:creationId xmlns:a16="http://schemas.microsoft.com/office/drawing/2014/main" id="{9992A5C6-AFD6-45CC-A5F0-FA57C8FA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37050" y="9677400"/>
            <a:ext cx="601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string detail = 설비별 JSON</a:t>
            </a:r>
          </a:p>
        </p:txBody>
      </p:sp>
      <p:sp>
        <p:nvSpPr>
          <p:cNvPr id="168" name="글-166">
            <a:extLst xmlns:a="http://schemas.openxmlformats.org/drawingml/2006/main">
              <a:ext uri="{FF2B5EF4-FFF2-40B4-BE49-F238E27FC236}">
                <a16:creationId xmlns:a16="http://schemas.microsoft.com/office/drawing/2014/main" id="{ACDB8DED-EB77-4323-A530-299ED73A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37050" y="10077450"/>
            <a:ext cx="601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uint32 run_id = 0</a:t>
            </a:r>
          </a:p>
        </p:txBody>
      </p:sp>
      <p:sp>
        <p:nvSpPr>
          <p:cNvPr id="169" name="글-167">
            <a:extLst xmlns:a="http://schemas.openxmlformats.org/drawingml/2006/main">
              <a:ext uri="{FF2B5EF4-FFF2-40B4-BE49-F238E27FC236}">
                <a16:creationId xmlns:a16="http://schemas.microsoft.com/office/drawing/2014/main" id="{03E9D93C-0FF9-429F-805B-3A83CE17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37050" y="10477500"/>
            <a:ext cx="601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string task_id, facility_id, image_ref = ""</a:t>
            </a:r>
          </a:p>
        </p:txBody>
      </p:sp>
      <p:sp>
        <p:nvSpPr>
          <p:cNvPr id="170" name="글-168">
            <a:extLst xmlns:a="http://schemas.openxmlformats.org/drawingml/2006/main">
              <a:ext uri="{FF2B5EF4-FFF2-40B4-BE49-F238E27FC236}">
                <a16:creationId xmlns:a16="http://schemas.microsoft.com/office/drawing/2014/main" id="{CC590375-4965-4241-9B52-137D0B81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37050" y="10877550"/>
            <a:ext cx="601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CompressedImage image: data가 빈 배열</a:t>
            </a:r>
          </a:p>
        </p:txBody>
      </p:sp>
      <p:sp>
        <p:nvSpPr>
          <p:cNvPr id="171" name="글-169">
            <a:extLst xmlns:a="http://schemas.openxmlformats.org/drawingml/2006/main">
              <a:ext uri="{FF2B5EF4-FFF2-40B4-BE49-F238E27FC236}">
                <a16:creationId xmlns:a16="http://schemas.microsoft.com/office/drawing/2014/main" id="{27651009-ABEF-42EA-84AC-2590CCDD0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37050" y="11277600"/>
            <a:ext cx="601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QoS RELIABLE · VOLATILE · KEEP_LAST 10</a:t>
            </a:r>
          </a:p>
        </p:txBody>
      </p:sp>
      <p:sp>
        <p:nvSpPr>
          <p:cNvPr id="173" name="화살표 끝-171">
            <a:extLst xmlns:a="http://schemas.openxmlformats.org/drawingml/2006/main">
              <a:ext uri="{FF2B5EF4-FFF2-40B4-BE49-F238E27FC236}">
                <a16:creationId xmlns:a16="http://schemas.microsoft.com/office/drawing/2014/main" id="{B5630F23-79A8-49DD-92E3-AA0FC7BA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66400" y="13773150"/>
            <a:ext cx="161925" cy="114300"/>
          </a:xfrm>
          <a:custGeom xmlns:a="http://schemas.openxmlformats.org/drawingml/2006/main">
            <a:pathLst>
              <a:path w="161925" h="114300">
                <a:moveTo>
                  <a:pt x="0" y="57150"/>
                </a:moveTo>
                <a:lnTo>
                  <a:pt x="161925" y="114300"/>
                </a:lnTo>
                <a:lnTo>
                  <a:pt x="161925" y="0"/>
                </a:lnTo>
                <a:close/>
              </a:path>
            </a:pathLst>
          </a:custGeom>
          <a:solidFill xmlns:a="http://schemas.openxmlformats.org/drawingml/2006/main">
            <a:srgbClr val="1766A4"/>
          </a:solidFill>
          <a:ln xmlns:a="http://schemas.openxmlformats.org/drawingml/2006/main" w="0">
            <a:noFill/>
          </a:ln>
        </p:spPr>
      </p:sp>
      <p:sp>
        <p:nvSpPr>
          <p:cNvPr id="174" name="연결 지점-172">
            <a:extLst xmlns:a="http://schemas.openxmlformats.org/drawingml/2006/main">
              <a:ext uri="{FF2B5EF4-FFF2-40B4-BE49-F238E27FC236}">
                <a16:creationId xmlns:a16="http://schemas.microsoft.com/office/drawing/2014/main" id="{E42B1B4F-3392-4E2A-B2FA-FB8B2BA63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0" y="12382500"/>
            <a:ext cx="6438900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766A4"/>
            </a:solidFill>
            <a:prstDash val="solid"/>
          </a:ln>
        </p:spPr>
      </p:sp>
      <p:sp>
        <p:nvSpPr>
          <p:cNvPr id="175" name="글-173">
            <a:extLst xmlns:a="http://schemas.openxmlformats.org/drawingml/2006/main">
              <a:ext uri="{FF2B5EF4-FFF2-40B4-BE49-F238E27FC236}">
                <a16:creationId xmlns:a16="http://schemas.microsoft.com/office/drawing/2014/main" id="{290C146D-5B4C-42E9-9F86-93FD1C30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37050" y="12496800"/>
            <a:ext cx="6019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75" b="1">
                <a:solidFill>
                  <a:srgbClr val="1766A4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766A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75" b="1">
                <a:solidFill>
                  <a:srgbClr val="1766A4"/>
                </a:solidFill>
                <a:latin typeface="Noto Sans CJK KR"/>
                <a:ea typeface="Noto Sans CJK KR"/>
                <a:cs typeface="Noto Sans CJK KR"/>
              </a:rPr>
              <a:t>/{robot3,robot4}/fire_extinguisher/</a:t>
            </a:r>
          </a:p>
        </p:txBody>
      </p:sp>
      <p:sp>
        <p:nvSpPr>
          <p:cNvPr id="176" name="글-174">
            <a:extLst xmlns:a="http://schemas.openxmlformats.org/drawingml/2006/main">
              <a:ext uri="{FF2B5EF4-FFF2-40B4-BE49-F238E27FC236}">
                <a16:creationId xmlns:a16="http://schemas.microsoft.com/office/drawing/2014/main" id="{11005C61-936B-4841-A74C-3BE201BD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37050" y="12906375"/>
            <a:ext cx="6019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75" b="1">
                <a:solidFill>
                  <a:srgbClr val="1766A4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766A4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75" b="1">
                <a:solidFill>
                  <a:srgbClr val="1766A4"/>
                </a:solidFill>
                <a:latin typeface="Noto Sans CJK KR"/>
                <a:ea typeface="Noto Sans CJK KR"/>
                <a:cs typeface="Noto Sans CJK KR"/>
              </a:rPr>
              <a:t>detections/compressed</a:t>
            </a:r>
          </a:p>
        </p:txBody>
      </p:sp>
      <p:sp>
        <p:nvSpPr>
          <p:cNvPr id="177" name="글-175">
            <a:extLst xmlns:a="http://schemas.openxmlformats.org/drawingml/2006/main">
              <a:ext uri="{FF2B5EF4-FFF2-40B4-BE49-F238E27FC236}">
                <a16:creationId xmlns:a16="http://schemas.microsoft.com/office/drawing/2014/main" id="{F9DC6A8C-3F70-40E0-A433-7E21FD881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37050" y="13382625"/>
            <a:ext cx="601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sensor_msgs/msg/CompressedImage</a:t>
            </a:r>
          </a:p>
        </p:txBody>
      </p:sp>
      <p:sp>
        <p:nvSpPr>
          <p:cNvPr id="178" name="글-176">
            <a:extLst xmlns:a="http://schemas.openxmlformats.org/drawingml/2006/main">
              <a:ext uri="{FF2B5EF4-FFF2-40B4-BE49-F238E27FC236}">
                <a16:creationId xmlns:a16="http://schemas.microsoft.com/office/drawing/2014/main" id="{9431C51C-707F-4A2C-9225-76631C4F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37050" y="13782675"/>
            <a:ext cx="601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Header = 입력 RGB · string format = "jpeg"</a:t>
            </a:r>
          </a:p>
        </p:txBody>
      </p:sp>
      <p:sp>
        <p:nvSpPr>
          <p:cNvPr id="179" name="글-177">
            <a:extLst xmlns:a="http://schemas.openxmlformats.org/drawingml/2006/main">
              <a:ext uri="{FF2B5EF4-FFF2-40B4-BE49-F238E27FC236}">
                <a16:creationId xmlns:a16="http://schemas.microsoft.com/office/drawing/2014/main" id="{BBA4418F-9499-4050-98E8-26992FBAA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37050" y="14182725"/>
            <a:ext cx="601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uint8[] data = 주석 영상 JPEG 바이트</a:t>
            </a:r>
          </a:p>
        </p:txBody>
      </p:sp>
      <p:sp>
        <p:nvSpPr>
          <p:cNvPr id="180" name="글-178">
            <a:extLst xmlns:a="http://schemas.openxmlformats.org/drawingml/2006/main">
              <a:ext uri="{FF2B5EF4-FFF2-40B4-BE49-F238E27FC236}">
                <a16:creationId xmlns:a16="http://schemas.microsoft.com/office/drawing/2014/main" id="{B90BD45B-B2BE-4FAB-BA2D-43A9361D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37050" y="14582775"/>
            <a:ext cx="601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YOLO·랙·셔터 공용 / RELIABLE · KEEP_LAST 1</a:t>
            </a:r>
          </a:p>
        </p:txBody>
      </p:sp>
      <p:sp>
        <p:nvSpPr>
          <p:cNvPr id="181" name="글-179">
            <a:extLst xmlns:a="http://schemas.openxmlformats.org/drawingml/2006/main">
              <a:ext uri="{FF2B5EF4-FFF2-40B4-BE49-F238E27FC236}">
                <a16:creationId xmlns:a16="http://schemas.microsoft.com/office/drawing/2014/main" id="{85C61DFF-E6B2-4CCA-87D4-7147C200E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0" y="15554325"/>
            <a:ext cx="643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52627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52627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526273"/>
                </a:solidFill>
                <a:latin typeface="Noto Sans CJK KR"/>
                <a:ea typeface="Noto Sans CJK KR"/>
                <a:cs typeface="Noto Sans CJK KR"/>
              </a:rPr>
              <a:t>JSON의 숫자는 number (ROS 고정폭 아님)</a:t>
            </a:r>
          </a:p>
        </p:txBody>
      </p:sp>
      <p:sp>
        <p:nvSpPr>
          <p:cNvPr id="182" name="글-180">
            <a:extLst xmlns:a="http://schemas.openxmlformats.org/drawingml/2006/main">
              <a:ext uri="{FF2B5EF4-FFF2-40B4-BE49-F238E27FC236}">
                <a16:creationId xmlns:a16="http://schemas.microsoft.com/office/drawing/2014/main" id="{2218A49E-CD2F-4ABB-9944-856C8D06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0" y="15963900"/>
            <a:ext cx="643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52627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2627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025" b="0">
                <a:solidFill>
                  <a:srgbClr val="526273"/>
                </a:solidFill>
                <a:latin typeface="Noto Sans CJK KR"/>
                <a:ea typeface="Noto Sans CJK KR"/>
                <a:cs typeface="Noto Sans CJK KR"/>
              </a:rPr>
              <a:t>XYZ 점군은 내부 값 / 별도 PointCloud Topic 없음</a:t>
            </a:r>
          </a:p>
        </p:txBody>
      </p:sp>
      <p:sp>
        <p:nvSpPr>
          <p:cNvPr id="183" name="글-181">
            <a:extLst xmlns:a="http://schemas.openxmlformats.org/drawingml/2006/main">
              <a:ext uri="{FF2B5EF4-FFF2-40B4-BE49-F238E27FC236}">
                <a16:creationId xmlns:a16="http://schemas.microsoft.com/office/drawing/2014/main" id="{379A181F-D51F-48C0-9385-8045975A2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87800"/>
            <a:ext cx="16335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250" b="1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각 노드는 자기 네임스페이스의 센서·Topic·Service를 사용</a:t>
            </a:r>
          </a:p>
        </p:txBody>
      </p:sp>
      <p:sp>
        <p:nvSpPr>
          <p:cNvPr id="184" name="연결 지점-182">
            <a:extLst xmlns:a="http://schemas.openxmlformats.org/drawingml/2006/main">
              <a:ext uri="{FF2B5EF4-FFF2-40B4-BE49-F238E27FC236}">
                <a16:creationId xmlns:a16="http://schemas.microsoft.com/office/drawing/2014/main" id="{D1D5830B-DD81-4A8C-A774-C2CA44E1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0"/>
            <a:ext cx="16335375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B"/>
          </a:solidFill>
          <a:ln xmlns:a="http://schemas.openxmlformats.org/drawingml/2006/main" w="23813">
            <a:solidFill>
              <a:srgbClr val="BD580E"/>
            </a:solidFill>
            <a:prstDash val="solid"/>
          </a:ln>
        </p:spPr>
      </p:sp>
      <p:sp>
        <p:nvSpPr>
          <p:cNvPr id="185" name="글-183">
            <a:extLst xmlns:a="http://schemas.openxmlformats.org/drawingml/2006/main">
              <a:ext uri="{FF2B5EF4-FFF2-40B4-BE49-F238E27FC236}">
                <a16:creationId xmlns:a16="http://schemas.microsoft.com/office/drawing/2014/main" id="{EDA114B5-32E3-4100-BC2D-50A8D22E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449800"/>
            <a:ext cx="15916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75" b="1">
                <a:solidFill>
                  <a:srgbClr val="BD580E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BD580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75" b="1">
                <a:solidFill>
                  <a:srgbClr val="BD580E"/>
                </a:solidFill>
                <a:latin typeface="Noto Sans CJK KR"/>
                <a:ea typeface="Noto Sans CJK KR"/>
                <a:cs typeface="Noto Sans CJK KR"/>
              </a:rPr>
              <a:t>검사 제어: 외부 클라이언트 ⇄ /{robot3,robot4}/detection_alert</a:t>
            </a:r>
          </a:p>
        </p:txBody>
      </p:sp>
      <p:sp>
        <p:nvSpPr>
          <p:cNvPr id="186" name="글-184">
            <a:extLst xmlns:a="http://schemas.openxmlformats.org/drawingml/2006/main">
              <a:ext uri="{FF2B5EF4-FFF2-40B4-BE49-F238E27FC236}">
                <a16:creationId xmlns:a16="http://schemas.microsoft.com/office/drawing/2014/main" id="{8D031862-0140-446F-A398-59E8157B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26050"/>
            <a:ext cx="159162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/{robot3,robot4}/detection_alert/inspect_yolo</a:t>
            </a:r>
          </a:p>
        </p:txBody>
      </p:sp>
      <p:sp>
        <p:nvSpPr>
          <p:cNvPr id="187" name="글-185">
            <a:extLst xmlns:a="http://schemas.openxmlformats.org/drawingml/2006/main">
              <a:ext uri="{FF2B5EF4-FFF2-40B4-BE49-F238E27FC236}">
                <a16:creationId xmlns:a16="http://schemas.microsoft.com/office/drawing/2014/main" id="{1103C1E7-345B-42B7-8732-77F750D9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307050"/>
            <a:ext cx="159162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/{robot3,robot4}/detection_alert/inspect_rack</a:t>
            </a:r>
          </a:p>
        </p:txBody>
      </p:sp>
      <p:sp>
        <p:nvSpPr>
          <p:cNvPr id="188" name="글-186">
            <a:extLst xmlns:a="http://schemas.openxmlformats.org/drawingml/2006/main">
              <a:ext uri="{FF2B5EF4-FFF2-40B4-BE49-F238E27FC236}">
                <a16:creationId xmlns:a16="http://schemas.microsoft.com/office/drawing/2014/main" id="{28163C0D-E62F-487F-8143-BCE2E9BEB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688050"/>
            <a:ext cx="159162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/{robot3,robot4}/detection_alert/inspect_shutter</a:t>
            </a:r>
          </a:p>
        </p:txBody>
      </p:sp>
      <p:sp>
        <p:nvSpPr>
          <p:cNvPr id="189" name="글-187">
            <a:extLst xmlns:a="http://schemas.openxmlformats.org/drawingml/2006/main">
              <a:ext uri="{FF2B5EF4-FFF2-40B4-BE49-F238E27FC236}">
                <a16:creationId xmlns:a16="http://schemas.microsoft.com/office/drawing/2014/main" id="{014939EA-7228-4B96-9BD5-977199C0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069050"/>
            <a:ext cx="159162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std_srvs/srv/Trigger: 요청 {} / 응답 bool success, string message</a:t>
            </a:r>
          </a:p>
        </p:txBody>
      </p:sp>
      <p:sp>
        <p:nvSpPr>
          <p:cNvPr id="190" name="글-188">
            <a:extLst xmlns:a="http://schemas.openxmlformats.org/drawingml/2006/main">
              <a:ext uri="{FF2B5EF4-FFF2-40B4-BE49-F238E27FC236}">
                <a16:creationId xmlns:a16="http://schemas.microsoft.com/office/drawing/2014/main" id="{2956B5E0-8392-4820-B08C-564DC990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450050"/>
            <a:ext cx="159162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같은 로봇 안에서 모드 재호출=중지 · 모드 동시 실행 불가 · success=제어 성공</a:t>
            </a:r>
          </a:p>
        </p:txBody>
      </p:sp>
      <p:sp>
        <p:nvSpPr>
          <p:cNvPr id="191" name="연결 지점-189">
            <a:extLst xmlns:a="http://schemas.openxmlformats.org/drawingml/2006/main">
              <a:ext uri="{FF2B5EF4-FFF2-40B4-BE49-F238E27FC236}">
                <a16:creationId xmlns:a16="http://schemas.microsoft.com/office/drawing/2014/main" id="{72D8DB94-45F3-4C6D-A704-4F820F00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0" y="17335500"/>
            <a:ext cx="18535650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B"/>
          </a:solidFill>
          <a:ln xmlns:a="http://schemas.openxmlformats.org/drawingml/2006/main" w="23813">
            <a:solidFill>
              <a:srgbClr val="BD580E"/>
            </a:solidFill>
            <a:prstDash val="solid"/>
          </a:ln>
        </p:spPr>
      </p:sp>
      <p:sp>
        <p:nvSpPr>
          <p:cNvPr id="192" name="글-190">
            <a:extLst xmlns:a="http://schemas.openxmlformats.org/drawingml/2006/main">
              <a:ext uri="{FF2B5EF4-FFF2-40B4-BE49-F238E27FC236}">
                <a16:creationId xmlns:a16="http://schemas.microsoft.com/office/drawing/2014/main" id="{0DB976DA-643C-40F3-9BE2-5A11D244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0300" y="17449800"/>
            <a:ext cx="18116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75" b="1">
                <a:solidFill>
                  <a:srgbClr val="BD580E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BD580E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75" b="1">
                <a:solidFill>
                  <a:srgbClr val="BD580E"/>
                </a:solidFill>
                <a:latin typeface="Noto Sans CJK KR"/>
                <a:ea typeface="Noto Sans CJK KR"/>
                <a:cs typeface="Noto Sans CJK KR"/>
              </a:rPr>
              <a:t>/{robot3,robot4}/oakd/get_parameters (manager 클라이언트 ⇄ OAK-D 서버)</a:t>
            </a:r>
          </a:p>
        </p:txBody>
      </p:sp>
      <p:sp>
        <p:nvSpPr>
          <p:cNvPr id="193" name="글-191">
            <a:extLst xmlns:a="http://schemas.openxmlformats.org/drawingml/2006/main">
              <a:ext uri="{FF2B5EF4-FFF2-40B4-BE49-F238E27FC236}">
                <a16:creationId xmlns:a16="http://schemas.microsoft.com/office/drawing/2014/main" id="{1436E7B5-C666-42E4-ACA7-AD215A00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0300" y="17926050"/>
            <a:ext cx="1811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rcl_interfaces/srv/GetParameters</a:t>
            </a:r>
          </a:p>
        </p:txBody>
      </p:sp>
      <p:sp>
        <p:nvSpPr>
          <p:cNvPr id="194" name="글-192">
            <a:extLst xmlns:a="http://schemas.openxmlformats.org/drawingml/2006/main">
              <a:ext uri="{FF2B5EF4-FFF2-40B4-BE49-F238E27FC236}">
                <a16:creationId xmlns:a16="http://schemas.microsoft.com/office/drawing/2014/main" id="{691B0900-B884-4422-BA0A-7A668256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0300" y="18307050"/>
            <a:ext cx="1811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요청 string[] names = [stereo.i_align_depth, stereo.i_board_socket_id, rgb.i_board_socket_id]</a:t>
            </a:r>
          </a:p>
        </p:txBody>
      </p:sp>
      <p:sp>
        <p:nvSpPr>
          <p:cNvPr id="195" name="글-193">
            <a:extLst xmlns:a="http://schemas.openxmlformats.org/drawingml/2006/main">
              <a:ext uri="{FF2B5EF4-FFF2-40B4-BE49-F238E27FC236}">
                <a16:creationId xmlns:a16="http://schemas.microsoft.com/office/drawing/2014/main" id="{8CF59021-B907-4211-8C14-A15D2D299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0300" y="18688050"/>
            <a:ext cx="1811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응답 ParameterValue[] values (요청 순서): uint8 type, bool bool_value (values[0]),</a:t>
            </a:r>
          </a:p>
        </p:txBody>
      </p:sp>
      <p:sp>
        <p:nvSpPr>
          <p:cNvPr id="196" name="글-194">
            <a:extLst xmlns:a="http://schemas.openxmlformats.org/drawingml/2006/main">
              <a:ext uri="{FF2B5EF4-FFF2-40B4-BE49-F238E27FC236}">
                <a16:creationId xmlns:a16="http://schemas.microsoft.com/office/drawing/2014/main" id="{D749FAB0-D1EA-48CA-AE9D-6EB0AA18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0300" y="19069050"/>
            <a:ext cx="1811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int64 integer_value (values[1], values[2])</a:t>
            </a:r>
          </a:p>
        </p:txBody>
      </p:sp>
      <p:sp>
        <p:nvSpPr>
          <p:cNvPr id="197" name="글-195">
            <a:extLst xmlns:a="http://schemas.openxmlformats.org/drawingml/2006/main">
              <a:ext uri="{FF2B5EF4-FFF2-40B4-BE49-F238E27FC236}">
                <a16:creationId xmlns:a16="http://schemas.microsoft.com/office/drawing/2014/main" id="{B697ACA7-BA1B-465E-BBFE-50BC20E9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40300" y="19450050"/>
            <a:ext cx="18116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152238"/>
                </a:solidFill>
                <a:latin typeface="Noto Sans CJK KR"/>
                <a:ea typeface="Noto Sans CJK KR"/>
                <a:cs typeface="Noto Sans CJK KR"/>
              </a:rPr>
              <a:t>카메라 정렬 설정 조회 · shutter_depth_aligned를 수동 지정하면 자동 조회 생략</a:t>
            </a:r>
          </a:p>
        </p:txBody>
      </p:sp>
      <p:sp>
        <p:nvSpPr>
          <p:cNvPr id="198" name="글-196">
            <a:extLst xmlns:a="http://schemas.openxmlformats.org/drawingml/2006/main">
              <a:ext uri="{FF2B5EF4-FFF2-40B4-BE49-F238E27FC236}">
                <a16:creationId xmlns:a16="http://schemas.microsoft.com/office/drawing/2014/main" id="{BCD5AA17-E418-40ED-A624-2C3A6B35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45375"/>
            <a:ext cx="35356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526273"/>
                </a:solidFill>
                <a:latin typeface="Noto Sans CJK KR"/>
                <a:ea typeface="Noto Sans CJK KR"/>
                <a:cs typeface="Noto Sans CJK KR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526273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950" b="0">
                <a:solidFill>
                  <a:srgbClr val="526273"/>
                </a:solidFill>
                <a:latin typeface="Noto Sans CJK KR"/>
                <a:ea typeface="Noto Sans CJK KR"/>
                <a:cs typeface="Noto Sans CJK KR"/>
              </a:rPr>
              <a:t>기준: MSI 작업 폴더 파일 직접 복사·SHA256 대조 · robot3 동일 기능은 구성 반영 · ROS 공통 관리 통신 생략</a:t>
            </a:r>
          </a:p>
        </p:txBody>
      </p:sp>
    </p:spTree>
    <p:extLst>
      <p:ext uri="{BB962C8B-B14F-4D97-AF65-F5344CB8AC3E}">
        <p14:creationId xmlns:p14="http://schemas.microsoft.com/office/powerpoint/2010/main" val="8861476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2026-10-15T06:59:55.3970000Z</dcterms:created>
  <dcterms:modified xsi:type="dcterms:W3CDTF">2026-10-15T06:59:55.3970000Z</dcterms:modified>
</coreProperties>
</file>